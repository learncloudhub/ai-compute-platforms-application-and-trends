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304" r:id="rId10"/>
    <p:sldId id="305" r:id="rId11"/>
    <p:sldId id="306"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309" r:id="rId32"/>
    <p:sldId id="310" r:id="rId33"/>
    <p:sldId id="307" r:id="rId34"/>
    <p:sldId id="308" r:id="rId35"/>
    <p:sldId id="311" r:id="rId36"/>
    <p:sldId id="312"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Lst>
  <p:sldSz cx="9144000" cy="6858000"/>
  <p:notesSz cx="6858000" cy="9144000"/>
  <p:embeddedFontLst>
    <p:embeddedFont>
      <p:font typeface="Tahoma" panose="020B0604030504040204"/>
      <p:regular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font" Target="fonts/font1.fntdata"/><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Times New Roman" panose="02020603050405020304"/>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Times New Roman" panose="02020603050405020304"/>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Times New Roman" panose="02020603050405020304"/>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fld id="{00000000-1234-1234-1234-123412341234}" type="slidenum">
              <a:rPr lang="en-IN"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p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7" name="Google Shape;167;p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3" name="Google Shape;173;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p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Google Shape;18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5" name="Google Shape;185;p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1" name="Google Shape;191;p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7" name="Google Shape;197;p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3" name="Google Shape;203;p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9" name="Google Shape;209;p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6" name="Google Shape;216;p1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2" name="Google Shape;222;p1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8" name="Google Shape;228;p1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5" name="Google Shape;235;p1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p1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1" name="Google Shape;241;p1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7" name="Google Shape;247;p1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1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3" name="Google Shape;253;p1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7" name="Shape 257"/>
        <p:cNvGrpSpPr/>
        <p:nvPr/>
      </p:nvGrpSpPr>
      <p:grpSpPr>
        <a:xfrm>
          <a:off x="0" y="0"/>
          <a:ext cx="0" cy="0"/>
          <a:chOff x="0" y="0"/>
          <a:chExt cx="0" cy="0"/>
        </a:xfrm>
      </p:grpSpPr>
      <p:sp>
        <p:nvSpPr>
          <p:cNvPr id="258" name="Google Shape;258;p1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9" name="Google Shape;259;p1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p1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5" name="Google Shape;265;p1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1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p1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2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8" name="Google Shape;278;p2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2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4" name="Google Shape;284;p2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0" name="Google Shape;290;p2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p2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6" name="Google Shape;296;p2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2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2" name="Google Shape;302;p2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306"/>
        <p:cNvGrpSpPr/>
        <p:nvPr/>
      </p:nvGrpSpPr>
      <p:grpSpPr>
        <a:xfrm>
          <a:off x="0" y="0"/>
          <a:ext cx="0" cy="0"/>
          <a:chOff x="0" y="0"/>
          <a:chExt cx="0" cy="0"/>
        </a:xfrm>
      </p:grpSpPr>
      <p:sp>
        <p:nvSpPr>
          <p:cNvPr id="307" name="Google Shape;307;p2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8" name="Google Shape;308;p2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2" name="Shape 312"/>
        <p:cNvGrpSpPr/>
        <p:nvPr/>
      </p:nvGrpSpPr>
      <p:grpSpPr>
        <a:xfrm>
          <a:off x="0" y="0"/>
          <a:ext cx="0" cy="0"/>
          <a:chOff x="0" y="0"/>
          <a:chExt cx="0" cy="0"/>
        </a:xfrm>
      </p:grpSpPr>
      <p:sp>
        <p:nvSpPr>
          <p:cNvPr id="313" name="Google Shape;313;p2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4" name="Google Shape;314;p2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8" name="Shape 318"/>
        <p:cNvGrpSpPr/>
        <p:nvPr/>
      </p:nvGrpSpPr>
      <p:grpSpPr>
        <a:xfrm>
          <a:off x="0" y="0"/>
          <a:ext cx="0" cy="0"/>
          <a:chOff x="0" y="0"/>
          <a:chExt cx="0" cy="0"/>
        </a:xfrm>
      </p:grpSpPr>
      <p:sp>
        <p:nvSpPr>
          <p:cNvPr id="319" name="Google Shape;319;p2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0" name="Google Shape;320;p2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4" name="Shape 324"/>
        <p:cNvGrpSpPr/>
        <p:nvPr/>
      </p:nvGrpSpPr>
      <p:grpSpPr>
        <a:xfrm>
          <a:off x="0" y="0"/>
          <a:ext cx="0" cy="0"/>
          <a:chOff x="0" y="0"/>
          <a:chExt cx="0" cy="0"/>
        </a:xfrm>
      </p:grpSpPr>
      <p:sp>
        <p:nvSpPr>
          <p:cNvPr id="325" name="Google Shape;325;p2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6" name="Google Shape;326;p2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0" name="Shape 330"/>
        <p:cNvGrpSpPr/>
        <p:nvPr/>
      </p:nvGrpSpPr>
      <p:grpSpPr>
        <a:xfrm>
          <a:off x="0" y="0"/>
          <a:ext cx="0" cy="0"/>
          <a:chOff x="0" y="0"/>
          <a:chExt cx="0" cy="0"/>
        </a:xfrm>
      </p:grpSpPr>
      <p:sp>
        <p:nvSpPr>
          <p:cNvPr id="331" name="Google Shape;331;p2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2" name="Google Shape;332;p2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6" name="Shape 336"/>
        <p:cNvGrpSpPr/>
        <p:nvPr/>
      </p:nvGrpSpPr>
      <p:grpSpPr>
        <a:xfrm>
          <a:off x="0" y="0"/>
          <a:ext cx="0" cy="0"/>
          <a:chOff x="0" y="0"/>
          <a:chExt cx="0" cy="0"/>
        </a:xfrm>
      </p:grpSpPr>
      <p:sp>
        <p:nvSpPr>
          <p:cNvPr id="337" name="Google Shape;337;p3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p3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4" name="Google Shape;344;p3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9" name="Shape 349"/>
        <p:cNvGrpSpPr/>
        <p:nvPr/>
      </p:nvGrpSpPr>
      <p:grpSpPr>
        <a:xfrm>
          <a:off x="0" y="0"/>
          <a:ext cx="0" cy="0"/>
          <a:chOff x="0" y="0"/>
          <a:chExt cx="0" cy="0"/>
        </a:xfrm>
      </p:grpSpPr>
      <p:sp>
        <p:nvSpPr>
          <p:cNvPr id="350" name="Google Shape;350;p3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1" name="Google Shape;351;p3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3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8" name="Google Shape;358;p3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p3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4" name="Google Shape;364;p3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8" name="Shape 368"/>
        <p:cNvGrpSpPr/>
        <p:nvPr/>
      </p:nvGrpSpPr>
      <p:grpSpPr>
        <a:xfrm>
          <a:off x="0" y="0"/>
          <a:ext cx="0" cy="0"/>
          <a:chOff x="0" y="0"/>
          <a:chExt cx="0" cy="0"/>
        </a:xfrm>
      </p:grpSpPr>
      <p:sp>
        <p:nvSpPr>
          <p:cNvPr id="369" name="Google Shape;369;p3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0" name="Google Shape;370;p3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p3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6" name="Google Shape;376;p3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3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2" name="Google Shape;382;p3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6" name="Shape 386"/>
        <p:cNvGrpSpPr/>
        <p:nvPr/>
      </p:nvGrpSpPr>
      <p:grpSpPr>
        <a:xfrm>
          <a:off x="0" y="0"/>
          <a:ext cx="0" cy="0"/>
          <a:chOff x="0" y="0"/>
          <a:chExt cx="0" cy="0"/>
        </a:xfrm>
      </p:grpSpPr>
      <p:sp>
        <p:nvSpPr>
          <p:cNvPr id="387" name="Google Shape;387;p3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8" name="Google Shape;388;p3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p3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4" name="Google Shape;394;p3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8" name="Shape 398"/>
        <p:cNvGrpSpPr/>
        <p:nvPr/>
      </p:nvGrpSpPr>
      <p:grpSpPr>
        <a:xfrm>
          <a:off x="0" y="0"/>
          <a:ext cx="0" cy="0"/>
          <a:chOff x="0" y="0"/>
          <a:chExt cx="0" cy="0"/>
        </a:xfrm>
      </p:grpSpPr>
      <p:sp>
        <p:nvSpPr>
          <p:cNvPr id="399" name="Google Shape;399;p4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0" name="Google Shape;400;p4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4" name="Shape 404"/>
        <p:cNvGrpSpPr/>
        <p:nvPr/>
      </p:nvGrpSpPr>
      <p:grpSpPr>
        <a:xfrm>
          <a:off x="0" y="0"/>
          <a:ext cx="0" cy="0"/>
          <a:chOff x="0" y="0"/>
          <a:chExt cx="0" cy="0"/>
        </a:xfrm>
      </p:grpSpPr>
      <p:sp>
        <p:nvSpPr>
          <p:cNvPr id="405" name="Google Shape;405;p4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6" name="Google Shape;406;p4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0" name="Shape 410"/>
        <p:cNvGrpSpPr/>
        <p:nvPr/>
      </p:nvGrpSpPr>
      <p:grpSpPr>
        <a:xfrm>
          <a:off x="0" y="0"/>
          <a:ext cx="0" cy="0"/>
          <a:chOff x="0" y="0"/>
          <a:chExt cx="0" cy="0"/>
        </a:xfrm>
      </p:grpSpPr>
      <p:sp>
        <p:nvSpPr>
          <p:cNvPr id="411" name="Google Shape;411;p4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2" name="Google Shape;412;p4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p4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8" name="Google Shape;418;p4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2" name="Shape 422"/>
        <p:cNvGrpSpPr/>
        <p:nvPr/>
      </p:nvGrpSpPr>
      <p:grpSpPr>
        <a:xfrm>
          <a:off x="0" y="0"/>
          <a:ext cx="0" cy="0"/>
          <a:chOff x="0" y="0"/>
          <a:chExt cx="0" cy="0"/>
        </a:xfrm>
      </p:grpSpPr>
      <p:sp>
        <p:nvSpPr>
          <p:cNvPr id="423" name="Google Shape;423;p4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4" name="Google Shape;424;p4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8" name="Shape 428"/>
        <p:cNvGrpSpPr/>
        <p:nvPr/>
      </p:nvGrpSpPr>
      <p:grpSpPr>
        <a:xfrm>
          <a:off x="0" y="0"/>
          <a:ext cx="0" cy="0"/>
          <a:chOff x="0" y="0"/>
          <a:chExt cx="0" cy="0"/>
        </a:xfrm>
      </p:grpSpPr>
      <p:sp>
        <p:nvSpPr>
          <p:cNvPr id="429" name="Google Shape;429;p4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0" name="Google Shape;430;p4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5" name="Shape 435"/>
        <p:cNvGrpSpPr/>
        <p:nvPr/>
      </p:nvGrpSpPr>
      <p:grpSpPr>
        <a:xfrm>
          <a:off x="0" y="0"/>
          <a:ext cx="0" cy="0"/>
          <a:chOff x="0" y="0"/>
          <a:chExt cx="0" cy="0"/>
        </a:xfrm>
      </p:grpSpPr>
      <p:sp>
        <p:nvSpPr>
          <p:cNvPr id="436" name="Google Shape;436;p4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7" name="Google Shape;437;p4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2" name="Shape 442"/>
        <p:cNvGrpSpPr/>
        <p:nvPr/>
      </p:nvGrpSpPr>
      <p:grpSpPr>
        <a:xfrm>
          <a:off x="0" y="0"/>
          <a:ext cx="0" cy="0"/>
          <a:chOff x="0" y="0"/>
          <a:chExt cx="0" cy="0"/>
        </a:xfrm>
      </p:grpSpPr>
      <p:sp>
        <p:nvSpPr>
          <p:cNvPr id="443" name="Google Shape;443;p4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4" name="Google Shape;444;p4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5" name="Shape 15"/>
        <p:cNvGrpSpPr/>
        <p:nvPr/>
      </p:nvGrpSpPr>
      <p:grpSpPr>
        <a:xfrm>
          <a:off x="0" y="0"/>
          <a:ext cx="0" cy="0"/>
          <a:chOff x="0" y="0"/>
          <a:chExt cx="0" cy="0"/>
        </a:xfrm>
      </p:grpSpPr>
      <p:sp>
        <p:nvSpPr>
          <p:cNvPr id="16" name="Google Shape;16;p49"/>
          <p:cNvSpPr txBox="1"/>
          <p:nvPr>
            <p:ph type="ctrTitle"/>
          </p:nvPr>
        </p:nvSpPr>
        <p:spPr>
          <a:xfrm>
            <a:off x="304800" y="5229225"/>
            <a:ext cx="7723188" cy="7620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4400"/>
              <a:buFont typeface="Tahoma" panose="020B060403050404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type="subTitle" idx="1"/>
          </p:nvPr>
        </p:nvSpPr>
        <p:spPr>
          <a:xfrm>
            <a:off x="304800" y="6021388"/>
            <a:ext cx="7723188" cy="792162"/>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lvl="0" algn="l">
              <a:lnSpc>
                <a:spcPct val="100000"/>
              </a:lnSpc>
              <a:spcBef>
                <a:spcPts val="640"/>
              </a:spcBef>
              <a:spcAft>
                <a:spcPts val="0"/>
              </a:spcAft>
              <a:buSzPts val="2400"/>
              <a:buNone/>
              <a:defRPr/>
            </a:lvl1pPr>
            <a:lvl2pPr lvl="1" algn="ctr">
              <a:lnSpc>
                <a:spcPct val="100000"/>
              </a:lnSpc>
              <a:spcBef>
                <a:spcPts val="560"/>
              </a:spcBef>
              <a:spcAft>
                <a:spcPts val="0"/>
              </a:spcAft>
              <a:buSzPts val="2100"/>
              <a:buNone/>
              <a:defRPr/>
            </a:lvl2pPr>
            <a:lvl3pPr lvl="2" algn="ctr">
              <a:lnSpc>
                <a:spcPct val="100000"/>
              </a:lnSpc>
              <a:spcBef>
                <a:spcPts val="480"/>
              </a:spcBef>
              <a:spcAft>
                <a:spcPts val="0"/>
              </a:spcAft>
              <a:buSzPts val="1800"/>
              <a:buNone/>
              <a:defRPr/>
            </a:lvl3pPr>
            <a:lvl4pPr lvl="3" algn="ctr">
              <a:lnSpc>
                <a:spcPct val="100000"/>
              </a:lnSpc>
              <a:spcBef>
                <a:spcPts val="400"/>
              </a:spcBef>
              <a:spcAft>
                <a:spcPts val="0"/>
              </a:spcAft>
              <a:buSzPts val="1500"/>
              <a:buNone/>
              <a:defRPr/>
            </a:lvl4pPr>
            <a:lvl5pPr lvl="4" algn="ctr">
              <a:lnSpc>
                <a:spcPct val="100000"/>
              </a:lnSpc>
              <a:spcBef>
                <a:spcPts val="400"/>
              </a:spcBef>
              <a:spcAft>
                <a:spcPts val="0"/>
              </a:spcAft>
              <a:buSzPts val="1500"/>
              <a:buNone/>
              <a:defRPr/>
            </a:lvl5pPr>
            <a:lvl6pPr lvl="5" algn="l">
              <a:lnSpc>
                <a:spcPct val="100000"/>
              </a:lnSpc>
              <a:spcBef>
                <a:spcPts val="360"/>
              </a:spcBef>
              <a:spcAft>
                <a:spcPts val="0"/>
              </a:spcAft>
              <a:buSzPts val="1350"/>
              <a:buChar char="●"/>
              <a:defRPr/>
            </a:lvl6pPr>
            <a:lvl7pPr lvl="6" algn="l">
              <a:lnSpc>
                <a:spcPct val="100000"/>
              </a:lnSpc>
              <a:spcBef>
                <a:spcPts val="360"/>
              </a:spcBef>
              <a:spcAft>
                <a:spcPts val="0"/>
              </a:spcAft>
              <a:buSzPts val="1350"/>
              <a:buChar char="●"/>
              <a:defRPr/>
            </a:lvl7pPr>
            <a:lvl8pPr lvl="7" algn="l">
              <a:lnSpc>
                <a:spcPct val="100000"/>
              </a:lnSpc>
              <a:spcBef>
                <a:spcPts val="360"/>
              </a:spcBef>
              <a:spcAft>
                <a:spcPts val="0"/>
              </a:spcAft>
              <a:buSzPts val="1350"/>
              <a:buChar char="●"/>
              <a:defRPr/>
            </a:lvl8pPr>
            <a:lvl9pPr lvl="8" algn="l">
              <a:lnSpc>
                <a:spcPct val="100000"/>
              </a:lnSpc>
              <a:spcBef>
                <a:spcPts val="360"/>
              </a:spcBef>
              <a:spcAft>
                <a:spcPts val="0"/>
              </a:spcAft>
              <a:buSzPts val="1350"/>
              <a:buChar char="●"/>
              <a:defRPr/>
            </a:lvl9pPr>
          </a:lstStyle>
          <a:p/>
        </p:txBody>
      </p:sp>
      <p:sp>
        <p:nvSpPr>
          <p:cNvPr id="18" name="Google Shape;18;p4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400"/>
              <a:buFont typeface="Times New Roman" panose="02020603050405020304"/>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 name="Google Shape;19;p4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400"/>
              <a:buFont typeface="Times New Roman" panose="02020603050405020304"/>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 name="Google Shape;20;p4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type="body" idx="1"/>
          </p:nvPr>
        </p:nvSpPr>
        <p:spPr>
          <a:xfrm>
            <a:off x="762000" y="1773238"/>
            <a:ext cx="7696200"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24" name="Google Shape;24;p5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 name="Google Shape;25;p5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6" name="Google Shape;26;p5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4"/>
          <p:cNvSpPr txBox="1"/>
          <p:nvPr>
            <p:ph type="title"/>
          </p:nvPr>
        </p:nvSpPr>
        <p:spPr>
          <a:xfrm>
            <a:off x="623888" y="1709738"/>
            <a:ext cx="7886700" cy="2852737"/>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Tahoma" panose="020B0604030504040204"/>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4"/>
          <p:cNvSpPr txBox="1"/>
          <p:nvPr>
            <p:ph type="body" idx="1"/>
          </p:nvPr>
        </p:nvSpPr>
        <p:spPr>
          <a:xfrm>
            <a:off x="623888" y="4589463"/>
            <a:ext cx="7886700" cy="15001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350"/>
              <a:buNone/>
              <a:defRPr sz="1800">
                <a:solidFill>
                  <a:schemeClr val="dk1"/>
                </a:solidFill>
              </a:defRPr>
            </a:lvl1pPr>
            <a:lvl2pPr marL="914400" lvl="1" indent="-228600" algn="l">
              <a:lnSpc>
                <a:spcPct val="100000"/>
              </a:lnSpc>
              <a:spcBef>
                <a:spcPts val="300"/>
              </a:spcBef>
              <a:spcAft>
                <a:spcPts val="0"/>
              </a:spcAft>
              <a:buSzPts val="1125"/>
              <a:buNone/>
              <a:defRPr sz="1500">
                <a:solidFill>
                  <a:schemeClr val="dk1"/>
                </a:solidFill>
              </a:defRPr>
            </a:lvl2pPr>
            <a:lvl3pPr marL="1371600" lvl="2" indent="-228600" algn="l">
              <a:lnSpc>
                <a:spcPct val="100000"/>
              </a:lnSpc>
              <a:spcBef>
                <a:spcPts val="270"/>
              </a:spcBef>
              <a:spcAft>
                <a:spcPts val="0"/>
              </a:spcAft>
              <a:buSzPts val="1013"/>
              <a:buNone/>
              <a:defRPr sz="1350">
                <a:solidFill>
                  <a:schemeClr val="dk1"/>
                </a:solidFill>
              </a:defRPr>
            </a:lvl3pPr>
            <a:lvl4pPr marL="1828800" lvl="3" indent="-228600" algn="l">
              <a:lnSpc>
                <a:spcPct val="100000"/>
              </a:lnSpc>
              <a:spcBef>
                <a:spcPts val="240"/>
              </a:spcBef>
              <a:spcAft>
                <a:spcPts val="0"/>
              </a:spcAft>
              <a:buSzPts val="900"/>
              <a:buNone/>
              <a:defRPr sz="1200">
                <a:solidFill>
                  <a:schemeClr val="dk1"/>
                </a:solidFill>
              </a:defRPr>
            </a:lvl4pPr>
            <a:lvl5pPr marL="2286000" lvl="4" indent="-228600" algn="l">
              <a:lnSpc>
                <a:spcPct val="100000"/>
              </a:lnSpc>
              <a:spcBef>
                <a:spcPts val="240"/>
              </a:spcBef>
              <a:spcAft>
                <a:spcPts val="0"/>
              </a:spcAft>
              <a:buSzPts val="900"/>
              <a:buNone/>
              <a:defRPr sz="1200">
                <a:solidFill>
                  <a:schemeClr val="dk1"/>
                </a:solidFill>
              </a:defRPr>
            </a:lvl5pPr>
            <a:lvl6pPr marL="2743200" lvl="5" indent="-228600" algn="l">
              <a:lnSpc>
                <a:spcPct val="100000"/>
              </a:lnSpc>
              <a:spcBef>
                <a:spcPts val="240"/>
              </a:spcBef>
              <a:spcAft>
                <a:spcPts val="0"/>
              </a:spcAft>
              <a:buSzPts val="900"/>
              <a:buNone/>
              <a:defRPr sz="1200">
                <a:solidFill>
                  <a:schemeClr val="dk1"/>
                </a:solidFill>
              </a:defRPr>
            </a:lvl6pPr>
            <a:lvl7pPr marL="3200400" lvl="6" indent="-228600" algn="l">
              <a:lnSpc>
                <a:spcPct val="100000"/>
              </a:lnSpc>
              <a:spcBef>
                <a:spcPts val="240"/>
              </a:spcBef>
              <a:spcAft>
                <a:spcPts val="0"/>
              </a:spcAft>
              <a:buSzPts val="900"/>
              <a:buNone/>
              <a:defRPr sz="1200">
                <a:solidFill>
                  <a:schemeClr val="dk1"/>
                </a:solidFill>
              </a:defRPr>
            </a:lvl7pPr>
            <a:lvl8pPr marL="3657600" lvl="7" indent="-228600" algn="l">
              <a:lnSpc>
                <a:spcPct val="100000"/>
              </a:lnSpc>
              <a:spcBef>
                <a:spcPts val="240"/>
              </a:spcBef>
              <a:spcAft>
                <a:spcPts val="0"/>
              </a:spcAft>
              <a:buSzPts val="900"/>
              <a:buNone/>
              <a:defRPr sz="1200">
                <a:solidFill>
                  <a:schemeClr val="dk1"/>
                </a:solidFill>
              </a:defRPr>
            </a:lvl8pPr>
            <a:lvl9pPr marL="4114800" lvl="8" indent="-228600" algn="l">
              <a:lnSpc>
                <a:spcPct val="100000"/>
              </a:lnSpc>
              <a:spcBef>
                <a:spcPts val="240"/>
              </a:spcBef>
              <a:spcAft>
                <a:spcPts val="0"/>
              </a:spcAft>
              <a:buSzPts val="900"/>
              <a:buNone/>
              <a:defRPr sz="1200">
                <a:solidFill>
                  <a:schemeClr val="dk1"/>
                </a:solidFill>
              </a:defRPr>
            </a:lvl9pPr>
          </a:lstStyle>
          <a:p/>
        </p:txBody>
      </p:sp>
      <p:sp>
        <p:nvSpPr>
          <p:cNvPr id="30" name="Google Shape;30;p54"/>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1" name="Google Shape;31;p54"/>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2" name="Google Shape;32;p54"/>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5"/>
          <p:cNvSpPr txBox="1"/>
          <p:nvPr>
            <p:ph type="body" idx="1"/>
          </p:nvPr>
        </p:nvSpPr>
        <p:spPr>
          <a:xfrm>
            <a:off x="762000" y="1773238"/>
            <a:ext cx="3771138"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36" name="Google Shape;36;p55"/>
          <p:cNvSpPr txBox="1"/>
          <p:nvPr>
            <p:ph type="body" idx="2"/>
          </p:nvPr>
        </p:nvSpPr>
        <p:spPr>
          <a:xfrm>
            <a:off x="4687062" y="1773238"/>
            <a:ext cx="3771138"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37" name="Google Shape;37;p55"/>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8" name="Google Shape;38;p55"/>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9" name="Google Shape;39;p55"/>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629841" y="365125"/>
            <a:ext cx="7886700" cy="1325563"/>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6"/>
          <p:cNvSpPr txBox="1"/>
          <p:nvPr>
            <p:ph type="body" idx="1"/>
          </p:nvPr>
        </p:nvSpPr>
        <p:spPr>
          <a:xfrm>
            <a:off x="629841" y="1681163"/>
            <a:ext cx="3868340" cy="823912"/>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marL="457200" lvl="0" indent="-228600" algn="l">
              <a:lnSpc>
                <a:spcPct val="100000"/>
              </a:lnSpc>
              <a:spcBef>
                <a:spcPts val="360"/>
              </a:spcBef>
              <a:spcAft>
                <a:spcPts val="0"/>
              </a:spcAft>
              <a:buSzPts val="1350"/>
              <a:buNone/>
              <a:defRPr sz="1800" b="1"/>
            </a:lvl1pPr>
            <a:lvl2pPr marL="914400" lvl="1" indent="-228600" algn="l">
              <a:lnSpc>
                <a:spcPct val="100000"/>
              </a:lnSpc>
              <a:spcBef>
                <a:spcPts val="300"/>
              </a:spcBef>
              <a:spcAft>
                <a:spcPts val="0"/>
              </a:spcAft>
              <a:buSzPts val="1125"/>
              <a:buNone/>
              <a:defRPr sz="1500" b="1"/>
            </a:lvl2pPr>
            <a:lvl3pPr marL="1371600" lvl="2" indent="-228600" algn="l">
              <a:lnSpc>
                <a:spcPct val="100000"/>
              </a:lnSpc>
              <a:spcBef>
                <a:spcPts val="270"/>
              </a:spcBef>
              <a:spcAft>
                <a:spcPts val="0"/>
              </a:spcAft>
              <a:buSzPts val="1013"/>
              <a:buNone/>
              <a:defRPr sz="1350" b="1"/>
            </a:lvl3pPr>
            <a:lvl4pPr marL="1828800" lvl="3" indent="-228600" algn="l">
              <a:lnSpc>
                <a:spcPct val="100000"/>
              </a:lnSpc>
              <a:spcBef>
                <a:spcPts val="240"/>
              </a:spcBef>
              <a:spcAft>
                <a:spcPts val="0"/>
              </a:spcAft>
              <a:buSzPts val="900"/>
              <a:buNone/>
              <a:defRPr sz="1200" b="1"/>
            </a:lvl4pPr>
            <a:lvl5pPr marL="2286000" lvl="4" indent="-228600" algn="l">
              <a:lnSpc>
                <a:spcPct val="100000"/>
              </a:lnSpc>
              <a:spcBef>
                <a:spcPts val="240"/>
              </a:spcBef>
              <a:spcAft>
                <a:spcPts val="0"/>
              </a:spcAft>
              <a:buSzPts val="900"/>
              <a:buNone/>
              <a:defRPr sz="1200" b="1"/>
            </a:lvl5pPr>
            <a:lvl6pPr marL="2743200" lvl="5" indent="-228600" algn="l">
              <a:lnSpc>
                <a:spcPct val="100000"/>
              </a:lnSpc>
              <a:spcBef>
                <a:spcPts val="240"/>
              </a:spcBef>
              <a:spcAft>
                <a:spcPts val="0"/>
              </a:spcAft>
              <a:buSzPts val="900"/>
              <a:buNone/>
              <a:defRPr sz="1200" b="1"/>
            </a:lvl6pPr>
            <a:lvl7pPr marL="3200400" lvl="6" indent="-228600" algn="l">
              <a:lnSpc>
                <a:spcPct val="100000"/>
              </a:lnSpc>
              <a:spcBef>
                <a:spcPts val="240"/>
              </a:spcBef>
              <a:spcAft>
                <a:spcPts val="0"/>
              </a:spcAft>
              <a:buSzPts val="900"/>
              <a:buNone/>
              <a:defRPr sz="1200" b="1"/>
            </a:lvl7pPr>
            <a:lvl8pPr marL="3657600" lvl="7" indent="-228600" algn="l">
              <a:lnSpc>
                <a:spcPct val="100000"/>
              </a:lnSpc>
              <a:spcBef>
                <a:spcPts val="240"/>
              </a:spcBef>
              <a:spcAft>
                <a:spcPts val="0"/>
              </a:spcAft>
              <a:buSzPts val="900"/>
              <a:buNone/>
              <a:defRPr sz="1200" b="1"/>
            </a:lvl8pPr>
            <a:lvl9pPr marL="4114800" lvl="8" indent="-228600" algn="l">
              <a:lnSpc>
                <a:spcPct val="100000"/>
              </a:lnSpc>
              <a:spcBef>
                <a:spcPts val="240"/>
              </a:spcBef>
              <a:spcAft>
                <a:spcPts val="0"/>
              </a:spcAft>
              <a:buSzPts val="900"/>
              <a:buNone/>
              <a:defRPr sz="1200" b="1"/>
            </a:lvl9pPr>
          </a:lstStyle>
          <a:p/>
        </p:txBody>
      </p:sp>
      <p:sp>
        <p:nvSpPr>
          <p:cNvPr id="43" name="Google Shape;43;p56"/>
          <p:cNvSpPr txBox="1"/>
          <p:nvPr>
            <p:ph type="body" idx="2"/>
          </p:nvPr>
        </p:nvSpPr>
        <p:spPr>
          <a:xfrm>
            <a:off x="629841" y="2505075"/>
            <a:ext cx="3868340" cy="3684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44" name="Google Shape;44;p56"/>
          <p:cNvSpPr txBox="1"/>
          <p:nvPr>
            <p:ph type="body" idx="3"/>
          </p:nvPr>
        </p:nvSpPr>
        <p:spPr>
          <a:xfrm>
            <a:off x="4629150" y="1681163"/>
            <a:ext cx="3887391" cy="823912"/>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marL="457200" lvl="0" indent="-228600" algn="l">
              <a:lnSpc>
                <a:spcPct val="100000"/>
              </a:lnSpc>
              <a:spcBef>
                <a:spcPts val="360"/>
              </a:spcBef>
              <a:spcAft>
                <a:spcPts val="0"/>
              </a:spcAft>
              <a:buSzPts val="1350"/>
              <a:buNone/>
              <a:defRPr sz="1800" b="1"/>
            </a:lvl1pPr>
            <a:lvl2pPr marL="914400" lvl="1" indent="-228600" algn="l">
              <a:lnSpc>
                <a:spcPct val="100000"/>
              </a:lnSpc>
              <a:spcBef>
                <a:spcPts val="300"/>
              </a:spcBef>
              <a:spcAft>
                <a:spcPts val="0"/>
              </a:spcAft>
              <a:buSzPts val="1125"/>
              <a:buNone/>
              <a:defRPr sz="1500" b="1"/>
            </a:lvl2pPr>
            <a:lvl3pPr marL="1371600" lvl="2" indent="-228600" algn="l">
              <a:lnSpc>
                <a:spcPct val="100000"/>
              </a:lnSpc>
              <a:spcBef>
                <a:spcPts val="270"/>
              </a:spcBef>
              <a:spcAft>
                <a:spcPts val="0"/>
              </a:spcAft>
              <a:buSzPts val="1013"/>
              <a:buNone/>
              <a:defRPr sz="1350" b="1"/>
            </a:lvl3pPr>
            <a:lvl4pPr marL="1828800" lvl="3" indent="-228600" algn="l">
              <a:lnSpc>
                <a:spcPct val="100000"/>
              </a:lnSpc>
              <a:spcBef>
                <a:spcPts val="240"/>
              </a:spcBef>
              <a:spcAft>
                <a:spcPts val="0"/>
              </a:spcAft>
              <a:buSzPts val="900"/>
              <a:buNone/>
              <a:defRPr sz="1200" b="1"/>
            </a:lvl4pPr>
            <a:lvl5pPr marL="2286000" lvl="4" indent="-228600" algn="l">
              <a:lnSpc>
                <a:spcPct val="100000"/>
              </a:lnSpc>
              <a:spcBef>
                <a:spcPts val="240"/>
              </a:spcBef>
              <a:spcAft>
                <a:spcPts val="0"/>
              </a:spcAft>
              <a:buSzPts val="900"/>
              <a:buNone/>
              <a:defRPr sz="1200" b="1"/>
            </a:lvl5pPr>
            <a:lvl6pPr marL="2743200" lvl="5" indent="-228600" algn="l">
              <a:lnSpc>
                <a:spcPct val="100000"/>
              </a:lnSpc>
              <a:spcBef>
                <a:spcPts val="240"/>
              </a:spcBef>
              <a:spcAft>
                <a:spcPts val="0"/>
              </a:spcAft>
              <a:buSzPts val="900"/>
              <a:buNone/>
              <a:defRPr sz="1200" b="1"/>
            </a:lvl6pPr>
            <a:lvl7pPr marL="3200400" lvl="6" indent="-228600" algn="l">
              <a:lnSpc>
                <a:spcPct val="100000"/>
              </a:lnSpc>
              <a:spcBef>
                <a:spcPts val="240"/>
              </a:spcBef>
              <a:spcAft>
                <a:spcPts val="0"/>
              </a:spcAft>
              <a:buSzPts val="900"/>
              <a:buNone/>
              <a:defRPr sz="1200" b="1"/>
            </a:lvl7pPr>
            <a:lvl8pPr marL="3657600" lvl="7" indent="-228600" algn="l">
              <a:lnSpc>
                <a:spcPct val="100000"/>
              </a:lnSpc>
              <a:spcBef>
                <a:spcPts val="240"/>
              </a:spcBef>
              <a:spcAft>
                <a:spcPts val="0"/>
              </a:spcAft>
              <a:buSzPts val="900"/>
              <a:buNone/>
              <a:defRPr sz="1200" b="1"/>
            </a:lvl8pPr>
            <a:lvl9pPr marL="4114800" lvl="8" indent="-228600" algn="l">
              <a:lnSpc>
                <a:spcPct val="100000"/>
              </a:lnSpc>
              <a:spcBef>
                <a:spcPts val="240"/>
              </a:spcBef>
              <a:spcAft>
                <a:spcPts val="0"/>
              </a:spcAft>
              <a:buSzPts val="900"/>
              <a:buNone/>
              <a:defRPr sz="1200" b="1"/>
            </a:lvl9pPr>
          </a:lstStyle>
          <a:p/>
        </p:txBody>
      </p:sp>
      <p:sp>
        <p:nvSpPr>
          <p:cNvPr id="45" name="Google Shape;45;p56"/>
          <p:cNvSpPr txBox="1"/>
          <p:nvPr>
            <p:ph type="body" idx="4"/>
          </p:nvPr>
        </p:nvSpPr>
        <p:spPr>
          <a:xfrm>
            <a:off x="4629150" y="2505075"/>
            <a:ext cx="3887391" cy="3684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46" name="Google Shape;46;p56"/>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7" name="Google Shape;47;p56"/>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8" name="Google Shape;48;p56"/>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2" name="Google Shape;52;p5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3" name="Google Shape;53;p5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4" name="Shape 54"/>
        <p:cNvGrpSpPr/>
        <p:nvPr/>
      </p:nvGrpSpPr>
      <p:grpSpPr>
        <a:xfrm>
          <a:off x="0" y="0"/>
          <a:ext cx="0" cy="0"/>
          <a:chOff x="0" y="0"/>
          <a:chExt cx="0" cy="0"/>
        </a:xfrm>
      </p:grpSpPr>
      <p:sp>
        <p:nvSpPr>
          <p:cNvPr id="55" name="Google Shape;55;p5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6" name="Google Shape;56;p5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7" name="Google Shape;57;p5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629841" y="457200"/>
            <a:ext cx="2949178" cy="16002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Tahoma" panose="020B0604030504040204"/>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9"/>
          <p:cNvSpPr txBox="1"/>
          <p:nvPr>
            <p:ph type="body" idx="1"/>
          </p:nvPr>
        </p:nvSpPr>
        <p:spPr>
          <a:xfrm>
            <a:off x="3887391" y="987425"/>
            <a:ext cx="4629150" cy="4873625"/>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42900" algn="l">
              <a:lnSpc>
                <a:spcPct val="100000"/>
              </a:lnSpc>
              <a:spcBef>
                <a:spcPts val="480"/>
              </a:spcBef>
              <a:spcAft>
                <a:spcPts val="0"/>
              </a:spcAft>
              <a:buSzPts val="1800"/>
              <a:buChar char="●"/>
              <a:defRPr sz="2400"/>
            </a:lvl1pPr>
            <a:lvl2pPr marL="914400" lvl="1" indent="-328295" algn="l">
              <a:lnSpc>
                <a:spcPct val="100000"/>
              </a:lnSpc>
              <a:spcBef>
                <a:spcPts val="420"/>
              </a:spcBef>
              <a:spcAft>
                <a:spcPts val="0"/>
              </a:spcAft>
              <a:buSzPts val="1575"/>
              <a:buChar char="●"/>
              <a:defRPr sz="2100"/>
            </a:lvl2pPr>
            <a:lvl3pPr marL="1371600" lvl="2" indent="-314325" algn="l">
              <a:lnSpc>
                <a:spcPct val="100000"/>
              </a:lnSpc>
              <a:spcBef>
                <a:spcPts val="360"/>
              </a:spcBef>
              <a:spcAft>
                <a:spcPts val="0"/>
              </a:spcAft>
              <a:buSzPts val="1350"/>
              <a:buChar char="●"/>
              <a:defRPr sz="1800"/>
            </a:lvl3pPr>
            <a:lvl4pPr marL="1828800" lvl="3" indent="-299720" algn="l">
              <a:lnSpc>
                <a:spcPct val="100000"/>
              </a:lnSpc>
              <a:spcBef>
                <a:spcPts val="300"/>
              </a:spcBef>
              <a:spcAft>
                <a:spcPts val="0"/>
              </a:spcAft>
              <a:buSzPts val="1125"/>
              <a:buChar char="●"/>
              <a:defRPr sz="1500"/>
            </a:lvl4pPr>
            <a:lvl5pPr marL="2286000" lvl="4" indent="-299720" algn="l">
              <a:lnSpc>
                <a:spcPct val="100000"/>
              </a:lnSpc>
              <a:spcBef>
                <a:spcPts val="300"/>
              </a:spcBef>
              <a:spcAft>
                <a:spcPts val="0"/>
              </a:spcAft>
              <a:buSzPts val="1125"/>
              <a:buChar char="●"/>
              <a:defRPr sz="1500"/>
            </a:lvl5pPr>
            <a:lvl6pPr marL="2743200" lvl="5" indent="-299720" algn="l">
              <a:lnSpc>
                <a:spcPct val="100000"/>
              </a:lnSpc>
              <a:spcBef>
                <a:spcPts val="300"/>
              </a:spcBef>
              <a:spcAft>
                <a:spcPts val="0"/>
              </a:spcAft>
              <a:buSzPts val="1125"/>
              <a:buChar char="●"/>
              <a:defRPr sz="1500"/>
            </a:lvl6pPr>
            <a:lvl7pPr marL="3200400" lvl="6" indent="-299720" algn="l">
              <a:lnSpc>
                <a:spcPct val="100000"/>
              </a:lnSpc>
              <a:spcBef>
                <a:spcPts val="300"/>
              </a:spcBef>
              <a:spcAft>
                <a:spcPts val="0"/>
              </a:spcAft>
              <a:buSzPts val="1125"/>
              <a:buChar char="●"/>
              <a:defRPr sz="1500"/>
            </a:lvl7pPr>
            <a:lvl8pPr marL="3657600" lvl="7" indent="-299720" algn="l">
              <a:lnSpc>
                <a:spcPct val="100000"/>
              </a:lnSpc>
              <a:spcBef>
                <a:spcPts val="300"/>
              </a:spcBef>
              <a:spcAft>
                <a:spcPts val="0"/>
              </a:spcAft>
              <a:buSzPts val="1125"/>
              <a:buChar char="●"/>
              <a:defRPr sz="1500"/>
            </a:lvl8pPr>
            <a:lvl9pPr marL="4114800" lvl="8" indent="-299720" algn="l">
              <a:lnSpc>
                <a:spcPct val="100000"/>
              </a:lnSpc>
              <a:spcBef>
                <a:spcPts val="300"/>
              </a:spcBef>
              <a:spcAft>
                <a:spcPts val="0"/>
              </a:spcAft>
              <a:buSzPts val="1125"/>
              <a:buChar char="●"/>
              <a:defRPr sz="1500"/>
            </a:lvl9pPr>
          </a:lstStyle>
          <a:p/>
        </p:txBody>
      </p:sp>
      <p:sp>
        <p:nvSpPr>
          <p:cNvPr id="61" name="Google Shape;61;p59"/>
          <p:cNvSpPr txBox="1"/>
          <p:nvPr>
            <p:ph type="body" idx="2"/>
          </p:nvPr>
        </p:nvSpPr>
        <p:spPr>
          <a:xfrm>
            <a:off x="629841" y="2057400"/>
            <a:ext cx="2949178" cy="3811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240"/>
              </a:spcBef>
              <a:spcAft>
                <a:spcPts val="0"/>
              </a:spcAft>
              <a:buSzPts val="900"/>
              <a:buNone/>
              <a:defRPr sz="1200"/>
            </a:lvl1pPr>
            <a:lvl2pPr marL="914400" lvl="1" indent="-228600" algn="l">
              <a:lnSpc>
                <a:spcPct val="100000"/>
              </a:lnSpc>
              <a:spcBef>
                <a:spcPts val="210"/>
              </a:spcBef>
              <a:spcAft>
                <a:spcPts val="0"/>
              </a:spcAft>
              <a:buSzPts val="788"/>
              <a:buNone/>
              <a:defRPr sz="1050"/>
            </a:lvl2pPr>
            <a:lvl3pPr marL="1371600" lvl="2" indent="-228600" algn="l">
              <a:lnSpc>
                <a:spcPct val="100000"/>
              </a:lnSpc>
              <a:spcBef>
                <a:spcPts val="180"/>
              </a:spcBef>
              <a:spcAft>
                <a:spcPts val="0"/>
              </a:spcAft>
              <a:buSzPts val="675"/>
              <a:buNone/>
              <a:defRPr sz="900"/>
            </a:lvl3pPr>
            <a:lvl4pPr marL="1828800" lvl="3" indent="-228600" algn="l">
              <a:lnSpc>
                <a:spcPct val="100000"/>
              </a:lnSpc>
              <a:spcBef>
                <a:spcPts val="150"/>
              </a:spcBef>
              <a:spcAft>
                <a:spcPts val="0"/>
              </a:spcAft>
              <a:buSzPts val="563"/>
              <a:buNone/>
              <a:defRPr sz="750"/>
            </a:lvl4pPr>
            <a:lvl5pPr marL="2286000" lvl="4" indent="-228600" algn="l">
              <a:lnSpc>
                <a:spcPct val="100000"/>
              </a:lnSpc>
              <a:spcBef>
                <a:spcPts val="150"/>
              </a:spcBef>
              <a:spcAft>
                <a:spcPts val="0"/>
              </a:spcAft>
              <a:buSzPts val="563"/>
              <a:buNone/>
              <a:defRPr sz="750"/>
            </a:lvl5pPr>
            <a:lvl6pPr marL="2743200" lvl="5" indent="-228600" algn="l">
              <a:lnSpc>
                <a:spcPct val="100000"/>
              </a:lnSpc>
              <a:spcBef>
                <a:spcPts val="150"/>
              </a:spcBef>
              <a:spcAft>
                <a:spcPts val="0"/>
              </a:spcAft>
              <a:buSzPts val="563"/>
              <a:buNone/>
              <a:defRPr sz="750"/>
            </a:lvl6pPr>
            <a:lvl7pPr marL="3200400" lvl="6" indent="-228600" algn="l">
              <a:lnSpc>
                <a:spcPct val="100000"/>
              </a:lnSpc>
              <a:spcBef>
                <a:spcPts val="150"/>
              </a:spcBef>
              <a:spcAft>
                <a:spcPts val="0"/>
              </a:spcAft>
              <a:buSzPts val="563"/>
              <a:buNone/>
              <a:defRPr sz="750"/>
            </a:lvl7pPr>
            <a:lvl8pPr marL="3657600" lvl="7" indent="-228600" algn="l">
              <a:lnSpc>
                <a:spcPct val="100000"/>
              </a:lnSpc>
              <a:spcBef>
                <a:spcPts val="150"/>
              </a:spcBef>
              <a:spcAft>
                <a:spcPts val="0"/>
              </a:spcAft>
              <a:buSzPts val="563"/>
              <a:buNone/>
              <a:defRPr sz="750"/>
            </a:lvl8pPr>
            <a:lvl9pPr marL="4114800" lvl="8" indent="-228600" algn="l">
              <a:lnSpc>
                <a:spcPct val="100000"/>
              </a:lnSpc>
              <a:spcBef>
                <a:spcPts val="150"/>
              </a:spcBef>
              <a:spcAft>
                <a:spcPts val="0"/>
              </a:spcAft>
              <a:buSzPts val="563"/>
              <a:buNone/>
              <a:defRPr sz="750"/>
            </a:lvl9pPr>
          </a:lstStyle>
          <a:p/>
        </p:txBody>
      </p:sp>
      <p:sp>
        <p:nvSpPr>
          <p:cNvPr id="62" name="Google Shape;62;p5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3" name="Google Shape;63;p5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4" name="Google Shape;64;p5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629841" y="457200"/>
            <a:ext cx="2949178" cy="16002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Tahoma" panose="020B0604030504040204"/>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0"/>
          <p:cNvSpPr/>
          <p:nvPr>
            <p:ph type="pic" idx="2"/>
          </p:nvPr>
        </p:nvSpPr>
        <p:spPr>
          <a:xfrm>
            <a:off x="3887391" y="987425"/>
            <a:ext cx="4629150" cy="4873625"/>
          </a:xfrm>
          <a:prstGeom prst="rect">
            <a:avLst/>
          </a:prstGeom>
          <a:noFill/>
          <a:ln>
            <a:noFill/>
          </a:ln>
          <a:effectLst>
            <a:outerShdw dist="35921" dir="2699999" algn="ctr" rotWithShape="0">
              <a:schemeClr val="lt1"/>
            </a:outerShdw>
          </a:effectLst>
        </p:spPr>
      </p:sp>
      <p:sp>
        <p:nvSpPr>
          <p:cNvPr id="68" name="Google Shape;68;p60"/>
          <p:cNvSpPr txBox="1"/>
          <p:nvPr>
            <p:ph type="body" idx="1"/>
          </p:nvPr>
        </p:nvSpPr>
        <p:spPr>
          <a:xfrm>
            <a:off x="629841" y="2057400"/>
            <a:ext cx="2949178" cy="3811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240"/>
              </a:spcBef>
              <a:spcAft>
                <a:spcPts val="0"/>
              </a:spcAft>
              <a:buSzPts val="900"/>
              <a:buNone/>
              <a:defRPr sz="1200"/>
            </a:lvl1pPr>
            <a:lvl2pPr marL="914400" lvl="1" indent="-228600" algn="l">
              <a:lnSpc>
                <a:spcPct val="100000"/>
              </a:lnSpc>
              <a:spcBef>
                <a:spcPts val="210"/>
              </a:spcBef>
              <a:spcAft>
                <a:spcPts val="0"/>
              </a:spcAft>
              <a:buSzPts val="788"/>
              <a:buNone/>
              <a:defRPr sz="1050"/>
            </a:lvl2pPr>
            <a:lvl3pPr marL="1371600" lvl="2" indent="-228600" algn="l">
              <a:lnSpc>
                <a:spcPct val="100000"/>
              </a:lnSpc>
              <a:spcBef>
                <a:spcPts val="180"/>
              </a:spcBef>
              <a:spcAft>
                <a:spcPts val="0"/>
              </a:spcAft>
              <a:buSzPts val="675"/>
              <a:buNone/>
              <a:defRPr sz="900"/>
            </a:lvl3pPr>
            <a:lvl4pPr marL="1828800" lvl="3" indent="-228600" algn="l">
              <a:lnSpc>
                <a:spcPct val="100000"/>
              </a:lnSpc>
              <a:spcBef>
                <a:spcPts val="150"/>
              </a:spcBef>
              <a:spcAft>
                <a:spcPts val="0"/>
              </a:spcAft>
              <a:buSzPts val="563"/>
              <a:buNone/>
              <a:defRPr sz="750"/>
            </a:lvl4pPr>
            <a:lvl5pPr marL="2286000" lvl="4" indent="-228600" algn="l">
              <a:lnSpc>
                <a:spcPct val="100000"/>
              </a:lnSpc>
              <a:spcBef>
                <a:spcPts val="150"/>
              </a:spcBef>
              <a:spcAft>
                <a:spcPts val="0"/>
              </a:spcAft>
              <a:buSzPts val="563"/>
              <a:buNone/>
              <a:defRPr sz="750"/>
            </a:lvl5pPr>
            <a:lvl6pPr marL="2743200" lvl="5" indent="-228600" algn="l">
              <a:lnSpc>
                <a:spcPct val="100000"/>
              </a:lnSpc>
              <a:spcBef>
                <a:spcPts val="150"/>
              </a:spcBef>
              <a:spcAft>
                <a:spcPts val="0"/>
              </a:spcAft>
              <a:buSzPts val="563"/>
              <a:buNone/>
              <a:defRPr sz="750"/>
            </a:lvl6pPr>
            <a:lvl7pPr marL="3200400" lvl="6" indent="-228600" algn="l">
              <a:lnSpc>
                <a:spcPct val="100000"/>
              </a:lnSpc>
              <a:spcBef>
                <a:spcPts val="150"/>
              </a:spcBef>
              <a:spcAft>
                <a:spcPts val="0"/>
              </a:spcAft>
              <a:buSzPts val="563"/>
              <a:buNone/>
              <a:defRPr sz="750"/>
            </a:lvl7pPr>
            <a:lvl8pPr marL="3657600" lvl="7" indent="-228600" algn="l">
              <a:lnSpc>
                <a:spcPct val="100000"/>
              </a:lnSpc>
              <a:spcBef>
                <a:spcPts val="150"/>
              </a:spcBef>
              <a:spcAft>
                <a:spcPts val="0"/>
              </a:spcAft>
              <a:buSzPts val="563"/>
              <a:buNone/>
              <a:defRPr sz="750"/>
            </a:lvl8pPr>
            <a:lvl9pPr marL="4114800" lvl="8" indent="-228600" algn="l">
              <a:lnSpc>
                <a:spcPct val="100000"/>
              </a:lnSpc>
              <a:spcBef>
                <a:spcPts val="150"/>
              </a:spcBef>
              <a:spcAft>
                <a:spcPts val="0"/>
              </a:spcAft>
              <a:buSzPts val="563"/>
              <a:buNone/>
              <a:defRPr sz="750"/>
            </a:lvl9pPr>
          </a:lstStyle>
          <a:p/>
        </p:txBody>
      </p:sp>
      <p:sp>
        <p:nvSpPr>
          <p:cNvPr id="69" name="Google Shape;69;p6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0" name="Google Shape;70;p6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1" name="Google Shape;71;p6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1"/>
          <p:cNvSpPr txBox="1"/>
          <p:nvPr>
            <p:ph type="body" idx="1"/>
          </p:nvPr>
        </p:nvSpPr>
        <p:spPr>
          <a:xfrm rot="5400000">
            <a:off x="2234407" y="300832"/>
            <a:ext cx="4751387" cy="769620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75" name="Google Shape;75;p6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6" name="Google Shape;76;p6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7" name="Google Shape;77;p6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4400550" y="2466975"/>
            <a:ext cx="6191250" cy="192405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2"/>
          <p:cNvSpPr txBox="1"/>
          <p:nvPr>
            <p:ph type="body" idx="1"/>
          </p:nvPr>
        </p:nvSpPr>
        <p:spPr>
          <a:xfrm rot="5400000">
            <a:off x="496680" y="598695"/>
            <a:ext cx="6191250" cy="5660611"/>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81" name="Google Shape;81;p6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82" name="Google Shape;82;p6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83" name="Google Shape;83;p6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90" name="Shape 90"/>
        <p:cNvGrpSpPr/>
        <p:nvPr/>
      </p:nvGrpSpPr>
      <p:grpSpPr>
        <a:xfrm>
          <a:off x="0" y="0"/>
          <a:ext cx="0" cy="0"/>
          <a:chOff x="0" y="0"/>
          <a:chExt cx="0" cy="0"/>
        </a:xfrm>
      </p:grpSpPr>
      <p:sp>
        <p:nvSpPr>
          <p:cNvPr id="91" name="Google Shape;91;p5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2"/>
          <p:cNvSpPr txBox="1"/>
          <p:nvPr>
            <p:ph type="body" idx="1"/>
          </p:nvPr>
        </p:nvSpPr>
        <p:spPr>
          <a:xfrm>
            <a:off x="762000" y="1773238"/>
            <a:ext cx="7696200"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93" name="Google Shape;93;p5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94" name="Google Shape;94;p5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95" name="Google Shape;95;p5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96" name="Shape 96"/>
        <p:cNvGrpSpPr/>
        <p:nvPr/>
      </p:nvGrpSpPr>
      <p:grpSpPr>
        <a:xfrm>
          <a:off x="0" y="0"/>
          <a:ext cx="0" cy="0"/>
          <a:chOff x="0" y="0"/>
          <a:chExt cx="0" cy="0"/>
        </a:xfrm>
      </p:grpSpPr>
      <p:sp>
        <p:nvSpPr>
          <p:cNvPr id="97" name="Google Shape;97;p5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3"/>
          <p:cNvSpPr txBox="1"/>
          <p:nvPr>
            <p:ph type="body" idx="1"/>
          </p:nvPr>
        </p:nvSpPr>
        <p:spPr>
          <a:xfrm>
            <a:off x="762000" y="1773238"/>
            <a:ext cx="3771138"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99" name="Google Shape;99;p53"/>
          <p:cNvSpPr txBox="1"/>
          <p:nvPr>
            <p:ph type="body" idx="2"/>
          </p:nvPr>
        </p:nvSpPr>
        <p:spPr>
          <a:xfrm>
            <a:off x="4687062" y="1773238"/>
            <a:ext cx="3771138"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100" name="Google Shape;100;p5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1" name="Google Shape;101;p5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2" name="Google Shape;102;p5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03" name="Shape 103"/>
        <p:cNvGrpSpPr/>
        <p:nvPr/>
      </p:nvGrpSpPr>
      <p:grpSpPr>
        <a:xfrm>
          <a:off x="0" y="0"/>
          <a:ext cx="0" cy="0"/>
          <a:chOff x="0" y="0"/>
          <a:chExt cx="0" cy="0"/>
        </a:xfrm>
      </p:grpSpPr>
      <p:sp>
        <p:nvSpPr>
          <p:cNvPr id="104" name="Google Shape;104;p63"/>
          <p:cNvSpPr txBox="1"/>
          <p:nvPr>
            <p:ph type="ctrTitle"/>
          </p:nvPr>
        </p:nvSpPr>
        <p:spPr>
          <a:xfrm>
            <a:off x="304800" y="5229225"/>
            <a:ext cx="7723188" cy="7620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4400"/>
              <a:buFont typeface="Tahoma" panose="020B060403050404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63"/>
          <p:cNvSpPr txBox="1"/>
          <p:nvPr>
            <p:ph type="subTitle" idx="1"/>
          </p:nvPr>
        </p:nvSpPr>
        <p:spPr>
          <a:xfrm>
            <a:off x="304800" y="6021388"/>
            <a:ext cx="7723188" cy="792162"/>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lvl="0" algn="l">
              <a:lnSpc>
                <a:spcPct val="100000"/>
              </a:lnSpc>
              <a:spcBef>
                <a:spcPts val="640"/>
              </a:spcBef>
              <a:spcAft>
                <a:spcPts val="0"/>
              </a:spcAft>
              <a:buSzPts val="2400"/>
              <a:buNone/>
              <a:defRPr/>
            </a:lvl1pPr>
            <a:lvl2pPr lvl="1" algn="ctr">
              <a:lnSpc>
                <a:spcPct val="100000"/>
              </a:lnSpc>
              <a:spcBef>
                <a:spcPts val="560"/>
              </a:spcBef>
              <a:spcAft>
                <a:spcPts val="0"/>
              </a:spcAft>
              <a:buSzPts val="2100"/>
              <a:buNone/>
              <a:defRPr/>
            </a:lvl2pPr>
            <a:lvl3pPr lvl="2" algn="ctr">
              <a:lnSpc>
                <a:spcPct val="100000"/>
              </a:lnSpc>
              <a:spcBef>
                <a:spcPts val="480"/>
              </a:spcBef>
              <a:spcAft>
                <a:spcPts val="0"/>
              </a:spcAft>
              <a:buSzPts val="1800"/>
              <a:buNone/>
              <a:defRPr/>
            </a:lvl3pPr>
            <a:lvl4pPr lvl="3" algn="ctr">
              <a:lnSpc>
                <a:spcPct val="100000"/>
              </a:lnSpc>
              <a:spcBef>
                <a:spcPts val="400"/>
              </a:spcBef>
              <a:spcAft>
                <a:spcPts val="0"/>
              </a:spcAft>
              <a:buSzPts val="1500"/>
              <a:buNone/>
              <a:defRPr/>
            </a:lvl4pPr>
            <a:lvl5pPr lvl="4" algn="ctr">
              <a:lnSpc>
                <a:spcPct val="100000"/>
              </a:lnSpc>
              <a:spcBef>
                <a:spcPts val="400"/>
              </a:spcBef>
              <a:spcAft>
                <a:spcPts val="0"/>
              </a:spcAft>
              <a:buSzPts val="1500"/>
              <a:buNone/>
              <a:defRPr/>
            </a:lvl5pPr>
            <a:lvl6pPr lvl="5" algn="l">
              <a:lnSpc>
                <a:spcPct val="100000"/>
              </a:lnSpc>
              <a:spcBef>
                <a:spcPts val="360"/>
              </a:spcBef>
              <a:spcAft>
                <a:spcPts val="0"/>
              </a:spcAft>
              <a:buSzPts val="1350"/>
              <a:buChar char="●"/>
              <a:defRPr/>
            </a:lvl6pPr>
            <a:lvl7pPr lvl="6" algn="l">
              <a:lnSpc>
                <a:spcPct val="100000"/>
              </a:lnSpc>
              <a:spcBef>
                <a:spcPts val="360"/>
              </a:spcBef>
              <a:spcAft>
                <a:spcPts val="0"/>
              </a:spcAft>
              <a:buSzPts val="1350"/>
              <a:buChar char="●"/>
              <a:defRPr/>
            </a:lvl7pPr>
            <a:lvl8pPr lvl="7" algn="l">
              <a:lnSpc>
                <a:spcPct val="100000"/>
              </a:lnSpc>
              <a:spcBef>
                <a:spcPts val="360"/>
              </a:spcBef>
              <a:spcAft>
                <a:spcPts val="0"/>
              </a:spcAft>
              <a:buSzPts val="1350"/>
              <a:buChar char="●"/>
              <a:defRPr/>
            </a:lvl8pPr>
            <a:lvl9pPr lvl="8" algn="l">
              <a:lnSpc>
                <a:spcPct val="100000"/>
              </a:lnSpc>
              <a:spcBef>
                <a:spcPts val="360"/>
              </a:spcBef>
              <a:spcAft>
                <a:spcPts val="0"/>
              </a:spcAft>
              <a:buSzPts val="1350"/>
              <a:buChar char="●"/>
              <a:defRPr/>
            </a:lvl9pPr>
          </a:lstStyle>
          <a:p/>
        </p:txBody>
      </p:sp>
      <p:sp>
        <p:nvSpPr>
          <p:cNvPr id="106" name="Google Shape;106;p6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400"/>
              <a:buFont typeface="Times New Roman" panose="02020603050405020304"/>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7" name="Google Shape;107;p6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400"/>
              <a:buFont typeface="Times New Roman" panose="02020603050405020304"/>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8" name="Google Shape;108;p6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09" name="Shape 109"/>
        <p:cNvGrpSpPr/>
        <p:nvPr/>
      </p:nvGrpSpPr>
      <p:grpSpPr>
        <a:xfrm>
          <a:off x="0" y="0"/>
          <a:ext cx="0" cy="0"/>
          <a:chOff x="0" y="0"/>
          <a:chExt cx="0" cy="0"/>
        </a:xfrm>
      </p:grpSpPr>
      <p:sp>
        <p:nvSpPr>
          <p:cNvPr id="110" name="Google Shape;110;p64"/>
          <p:cNvSpPr txBox="1"/>
          <p:nvPr>
            <p:ph type="title"/>
          </p:nvPr>
        </p:nvSpPr>
        <p:spPr>
          <a:xfrm>
            <a:off x="623888" y="1709738"/>
            <a:ext cx="7886700" cy="2852737"/>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Tahoma" panose="020B0604030504040204"/>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64"/>
          <p:cNvSpPr txBox="1"/>
          <p:nvPr>
            <p:ph type="body" idx="1"/>
          </p:nvPr>
        </p:nvSpPr>
        <p:spPr>
          <a:xfrm>
            <a:off x="623888" y="4589463"/>
            <a:ext cx="7886700" cy="15001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350"/>
              <a:buNone/>
              <a:defRPr sz="1800">
                <a:solidFill>
                  <a:schemeClr val="dk1"/>
                </a:solidFill>
              </a:defRPr>
            </a:lvl1pPr>
            <a:lvl2pPr marL="914400" lvl="1" indent="-228600" algn="l">
              <a:lnSpc>
                <a:spcPct val="100000"/>
              </a:lnSpc>
              <a:spcBef>
                <a:spcPts val="300"/>
              </a:spcBef>
              <a:spcAft>
                <a:spcPts val="0"/>
              </a:spcAft>
              <a:buSzPts val="1125"/>
              <a:buNone/>
              <a:defRPr sz="1500">
                <a:solidFill>
                  <a:schemeClr val="dk1"/>
                </a:solidFill>
              </a:defRPr>
            </a:lvl2pPr>
            <a:lvl3pPr marL="1371600" lvl="2" indent="-228600" algn="l">
              <a:lnSpc>
                <a:spcPct val="100000"/>
              </a:lnSpc>
              <a:spcBef>
                <a:spcPts val="270"/>
              </a:spcBef>
              <a:spcAft>
                <a:spcPts val="0"/>
              </a:spcAft>
              <a:buSzPts val="1013"/>
              <a:buNone/>
              <a:defRPr sz="1350">
                <a:solidFill>
                  <a:schemeClr val="dk1"/>
                </a:solidFill>
              </a:defRPr>
            </a:lvl3pPr>
            <a:lvl4pPr marL="1828800" lvl="3" indent="-228600" algn="l">
              <a:lnSpc>
                <a:spcPct val="100000"/>
              </a:lnSpc>
              <a:spcBef>
                <a:spcPts val="240"/>
              </a:spcBef>
              <a:spcAft>
                <a:spcPts val="0"/>
              </a:spcAft>
              <a:buSzPts val="900"/>
              <a:buNone/>
              <a:defRPr sz="1200">
                <a:solidFill>
                  <a:schemeClr val="dk1"/>
                </a:solidFill>
              </a:defRPr>
            </a:lvl4pPr>
            <a:lvl5pPr marL="2286000" lvl="4" indent="-228600" algn="l">
              <a:lnSpc>
                <a:spcPct val="100000"/>
              </a:lnSpc>
              <a:spcBef>
                <a:spcPts val="240"/>
              </a:spcBef>
              <a:spcAft>
                <a:spcPts val="0"/>
              </a:spcAft>
              <a:buSzPts val="900"/>
              <a:buNone/>
              <a:defRPr sz="1200">
                <a:solidFill>
                  <a:schemeClr val="dk1"/>
                </a:solidFill>
              </a:defRPr>
            </a:lvl5pPr>
            <a:lvl6pPr marL="2743200" lvl="5" indent="-228600" algn="l">
              <a:lnSpc>
                <a:spcPct val="100000"/>
              </a:lnSpc>
              <a:spcBef>
                <a:spcPts val="240"/>
              </a:spcBef>
              <a:spcAft>
                <a:spcPts val="0"/>
              </a:spcAft>
              <a:buSzPts val="900"/>
              <a:buNone/>
              <a:defRPr sz="1200">
                <a:solidFill>
                  <a:schemeClr val="dk1"/>
                </a:solidFill>
              </a:defRPr>
            </a:lvl6pPr>
            <a:lvl7pPr marL="3200400" lvl="6" indent="-228600" algn="l">
              <a:lnSpc>
                <a:spcPct val="100000"/>
              </a:lnSpc>
              <a:spcBef>
                <a:spcPts val="240"/>
              </a:spcBef>
              <a:spcAft>
                <a:spcPts val="0"/>
              </a:spcAft>
              <a:buSzPts val="900"/>
              <a:buNone/>
              <a:defRPr sz="1200">
                <a:solidFill>
                  <a:schemeClr val="dk1"/>
                </a:solidFill>
              </a:defRPr>
            </a:lvl7pPr>
            <a:lvl8pPr marL="3657600" lvl="7" indent="-228600" algn="l">
              <a:lnSpc>
                <a:spcPct val="100000"/>
              </a:lnSpc>
              <a:spcBef>
                <a:spcPts val="240"/>
              </a:spcBef>
              <a:spcAft>
                <a:spcPts val="0"/>
              </a:spcAft>
              <a:buSzPts val="900"/>
              <a:buNone/>
              <a:defRPr sz="1200">
                <a:solidFill>
                  <a:schemeClr val="dk1"/>
                </a:solidFill>
              </a:defRPr>
            </a:lvl8pPr>
            <a:lvl9pPr marL="4114800" lvl="8" indent="-228600" algn="l">
              <a:lnSpc>
                <a:spcPct val="100000"/>
              </a:lnSpc>
              <a:spcBef>
                <a:spcPts val="240"/>
              </a:spcBef>
              <a:spcAft>
                <a:spcPts val="0"/>
              </a:spcAft>
              <a:buSzPts val="900"/>
              <a:buNone/>
              <a:defRPr sz="1200">
                <a:solidFill>
                  <a:schemeClr val="dk1"/>
                </a:solidFill>
              </a:defRPr>
            </a:lvl9pPr>
          </a:lstStyle>
          <a:p/>
        </p:txBody>
      </p:sp>
      <p:sp>
        <p:nvSpPr>
          <p:cNvPr id="112" name="Google Shape;112;p64"/>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13" name="Google Shape;113;p64"/>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14" name="Google Shape;114;p64"/>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15" name="Shape 115"/>
        <p:cNvGrpSpPr/>
        <p:nvPr/>
      </p:nvGrpSpPr>
      <p:grpSpPr>
        <a:xfrm>
          <a:off x="0" y="0"/>
          <a:ext cx="0" cy="0"/>
          <a:chOff x="0" y="0"/>
          <a:chExt cx="0" cy="0"/>
        </a:xfrm>
      </p:grpSpPr>
      <p:sp>
        <p:nvSpPr>
          <p:cNvPr id="116" name="Google Shape;116;p65"/>
          <p:cNvSpPr txBox="1"/>
          <p:nvPr>
            <p:ph type="title"/>
          </p:nvPr>
        </p:nvSpPr>
        <p:spPr>
          <a:xfrm>
            <a:off x="629841" y="365125"/>
            <a:ext cx="7886700" cy="1325563"/>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65"/>
          <p:cNvSpPr txBox="1"/>
          <p:nvPr>
            <p:ph type="body" idx="1"/>
          </p:nvPr>
        </p:nvSpPr>
        <p:spPr>
          <a:xfrm>
            <a:off x="629841" y="1681163"/>
            <a:ext cx="3868340" cy="823912"/>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marL="457200" lvl="0" indent="-228600" algn="l">
              <a:lnSpc>
                <a:spcPct val="100000"/>
              </a:lnSpc>
              <a:spcBef>
                <a:spcPts val="360"/>
              </a:spcBef>
              <a:spcAft>
                <a:spcPts val="0"/>
              </a:spcAft>
              <a:buSzPts val="1350"/>
              <a:buNone/>
              <a:defRPr sz="1800" b="1"/>
            </a:lvl1pPr>
            <a:lvl2pPr marL="914400" lvl="1" indent="-228600" algn="l">
              <a:lnSpc>
                <a:spcPct val="100000"/>
              </a:lnSpc>
              <a:spcBef>
                <a:spcPts val="300"/>
              </a:spcBef>
              <a:spcAft>
                <a:spcPts val="0"/>
              </a:spcAft>
              <a:buSzPts val="1125"/>
              <a:buNone/>
              <a:defRPr sz="1500" b="1"/>
            </a:lvl2pPr>
            <a:lvl3pPr marL="1371600" lvl="2" indent="-228600" algn="l">
              <a:lnSpc>
                <a:spcPct val="100000"/>
              </a:lnSpc>
              <a:spcBef>
                <a:spcPts val="270"/>
              </a:spcBef>
              <a:spcAft>
                <a:spcPts val="0"/>
              </a:spcAft>
              <a:buSzPts val="1013"/>
              <a:buNone/>
              <a:defRPr sz="1350" b="1"/>
            </a:lvl3pPr>
            <a:lvl4pPr marL="1828800" lvl="3" indent="-228600" algn="l">
              <a:lnSpc>
                <a:spcPct val="100000"/>
              </a:lnSpc>
              <a:spcBef>
                <a:spcPts val="240"/>
              </a:spcBef>
              <a:spcAft>
                <a:spcPts val="0"/>
              </a:spcAft>
              <a:buSzPts val="900"/>
              <a:buNone/>
              <a:defRPr sz="1200" b="1"/>
            </a:lvl4pPr>
            <a:lvl5pPr marL="2286000" lvl="4" indent="-228600" algn="l">
              <a:lnSpc>
                <a:spcPct val="100000"/>
              </a:lnSpc>
              <a:spcBef>
                <a:spcPts val="240"/>
              </a:spcBef>
              <a:spcAft>
                <a:spcPts val="0"/>
              </a:spcAft>
              <a:buSzPts val="900"/>
              <a:buNone/>
              <a:defRPr sz="1200" b="1"/>
            </a:lvl5pPr>
            <a:lvl6pPr marL="2743200" lvl="5" indent="-228600" algn="l">
              <a:lnSpc>
                <a:spcPct val="100000"/>
              </a:lnSpc>
              <a:spcBef>
                <a:spcPts val="240"/>
              </a:spcBef>
              <a:spcAft>
                <a:spcPts val="0"/>
              </a:spcAft>
              <a:buSzPts val="900"/>
              <a:buNone/>
              <a:defRPr sz="1200" b="1"/>
            </a:lvl6pPr>
            <a:lvl7pPr marL="3200400" lvl="6" indent="-228600" algn="l">
              <a:lnSpc>
                <a:spcPct val="100000"/>
              </a:lnSpc>
              <a:spcBef>
                <a:spcPts val="240"/>
              </a:spcBef>
              <a:spcAft>
                <a:spcPts val="0"/>
              </a:spcAft>
              <a:buSzPts val="900"/>
              <a:buNone/>
              <a:defRPr sz="1200" b="1"/>
            </a:lvl7pPr>
            <a:lvl8pPr marL="3657600" lvl="7" indent="-228600" algn="l">
              <a:lnSpc>
                <a:spcPct val="100000"/>
              </a:lnSpc>
              <a:spcBef>
                <a:spcPts val="240"/>
              </a:spcBef>
              <a:spcAft>
                <a:spcPts val="0"/>
              </a:spcAft>
              <a:buSzPts val="900"/>
              <a:buNone/>
              <a:defRPr sz="1200" b="1"/>
            </a:lvl8pPr>
            <a:lvl9pPr marL="4114800" lvl="8" indent="-228600" algn="l">
              <a:lnSpc>
                <a:spcPct val="100000"/>
              </a:lnSpc>
              <a:spcBef>
                <a:spcPts val="240"/>
              </a:spcBef>
              <a:spcAft>
                <a:spcPts val="0"/>
              </a:spcAft>
              <a:buSzPts val="900"/>
              <a:buNone/>
              <a:defRPr sz="1200" b="1"/>
            </a:lvl9pPr>
          </a:lstStyle>
          <a:p/>
        </p:txBody>
      </p:sp>
      <p:sp>
        <p:nvSpPr>
          <p:cNvPr id="118" name="Google Shape;118;p65"/>
          <p:cNvSpPr txBox="1"/>
          <p:nvPr>
            <p:ph type="body" idx="2"/>
          </p:nvPr>
        </p:nvSpPr>
        <p:spPr>
          <a:xfrm>
            <a:off x="629841" y="2505075"/>
            <a:ext cx="3868340" cy="3684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119" name="Google Shape;119;p65"/>
          <p:cNvSpPr txBox="1"/>
          <p:nvPr>
            <p:ph type="body" idx="3"/>
          </p:nvPr>
        </p:nvSpPr>
        <p:spPr>
          <a:xfrm>
            <a:off x="4629150" y="1681163"/>
            <a:ext cx="3887391" cy="823912"/>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marL="457200" lvl="0" indent="-228600" algn="l">
              <a:lnSpc>
                <a:spcPct val="100000"/>
              </a:lnSpc>
              <a:spcBef>
                <a:spcPts val="360"/>
              </a:spcBef>
              <a:spcAft>
                <a:spcPts val="0"/>
              </a:spcAft>
              <a:buSzPts val="1350"/>
              <a:buNone/>
              <a:defRPr sz="1800" b="1"/>
            </a:lvl1pPr>
            <a:lvl2pPr marL="914400" lvl="1" indent="-228600" algn="l">
              <a:lnSpc>
                <a:spcPct val="100000"/>
              </a:lnSpc>
              <a:spcBef>
                <a:spcPts val="300"/>
              </a:spcBef>
              <a:spcAft>
                <a:spcPts val="0"/>
              </a:spcAft>
              <a:buSzPts val="1125"/>
              <a:buNone/>
              <a:defRPr sz="1500" b="1"/>
            </a:lvl2pPr>
            <a:lvl3pPr marL="1371600" lvl="2" indent="-228600" algn="l">
              <a:lnSpc>
                <a:spcPct val="100000"/>
              </a:lnSpc>
              <a:spcBef>
                <a:spcPts val="270"/>
              </a:spcBef>
              <a:spcAft>
                <a:spcPts val="0"/>
              </a:spcAft>
              <a:buSzPts val="1013"/>
              <a:buNone/>
              <a:defRPr sz="1350" b="1"/>
            </a:lvl3pPr>
            <a:lvl4pPr marL="1828800" lvl="3" indent="-228600" algn="l">
              <a:lnSpc>
                <a:spcPct val="100000"/>
              </a:lnSpc>
              <a:spcBef>
                <a:spcPts val="240"/>
              </a:spcBef>
              <a:spcAft>
                <a:spcPts val="0"/>
              </a:spcAft>
              <a:buSzPts val="900"/>
              <a:buNone/>
              <a:defRPr sz="1200" b="1"/>
            </a:lvl4pPr>
            <a:lvl5pPr marL="2286000" lvl="4" indent="-228600" algn="l">
              <a:lnSpc>
                <a:spcPct val="100000"/>
              </a:lnSpc>
              <a:spcBef>
                <a:spcPts val="240"/>
              </a:spcBef>
              <a:spcAft>
                <a:spcPts val="0"/>
              </a:spcAft>
              <a:buSzPts val="900"/>
              <a:buNone/>
              <a:defRPr sz="1200" b="1"/>
            </a:lvl5pPr>
            <a:lvl6pPr marL="2743200" lvl="5" indent="-228600" algn="l">
              <a:lnSpc>
                <a:spcPct val="100000"/>
              </a:lnSpc>
              <a:spcBef>
                <a:spcPts val="240"/>
              </a:spcBef>
              <a:spcAft>
                <a:spcPts val="0"/>
              </a:spcAft>
              <a:buSzPts val="900"/>
              <a:buNone/>
              <a:defRPr sz="1200" b="1"/>
            </a:lvl6pPr>
            <a:lvl7pPr marL="3200400" lvl="6" indent="-228600" algn="l">
              <a:lnSpc>
                <a:spcPct val="100000"/>
              </a:lnSpc>
              <a:spcBef>
                <a:spcPts val="240"/>
              </a:spcBef>
              <a:spcAft>
                <a:spcPts val="0"/>
              </a:spcAft>
              <a:buSzPts val="900"/>
              <a:buNone/>
              <a:defRPr sz="1200" b="1"/>
            </a:lvl7pPr>
            <a:lvl8pPr marL="3657600" lvl="7" indent="-228600" algn="l">
              <a:lnSpc>
                <a:spcPct val="100000"/>
              </a:lnSpc>
              <a:spcBef>
                <a:spcPts val="240"/>
              </a:spcBef>
              <a:spcAft>
                <a:spcPts val="0"/>
              </a:spcAft>
              <a:buSzPts val="900"/>
              <a:buNone/>
              <a:defRPr sz="1200" b="1"/>
            </a:lvl8pPr>
            <a:lvl9pPr marL="4114800" lvl="8" indent="-228600" algn="l">
              <a:lnSpc>
                <a:spcPct val="100000"/>
              </a:lnSpc>
              <a:spcBef>
                <a:spcPts val="240"/>
              </a:spcBef>
              <a:spcAft>
                <a:spcPts val="0"/>
              </a:spcAft>
              <a:buSzPts val="900"/>
              <a:buNone/>
              <a:defRPr sz="1200" b="1"/>
            </a:lvl9pPr>
          </a:lstStyle>
          <a:p/>
        </p:txBody>
      </p:sp>
      <p:sp>
        <p:nvSpPr>
          <p:cNvPr id="120" name="Google Shape;120;p65"/>
          <p:cNvSpPr txBox="1"/>
          <p:nvPr>
            <p:ph type="body" idx="4"/>
          </p:nvPr>
        </p:nvSpPr>
        <p:spPr>
          <a:xfrm>
            <a:off x="4629150" y="2505075"/>
            <a:ext cx="3887391" cy="3684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121" name="Google Shape;121;p65"/>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2" name="Google Shape;122;p65"/>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3" name="Google Shape;123;p65"/>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24" name="Shape 124"/>
        <p:cNvGrpSpPr/>
        <p:nvPr/>
      </p:nvGrpSpPr>
      <p:grpSpPr>
        <a:xfrm>
          <a:off x="0" y="0"/>
          <a:ext cx="0" cy="0"/>
          <a:chOff x="0" y="0"/>
          <a:chExt cx="0" cy="0"/>
        </a:xfrm>
      </p:grpSpPr>
      <p:sp>
        <p:nvSpPr>
          <p:cNvPr id="125" name="Google Shape;125;p6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66"/>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7" name="Google Shape;127;p66"/>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8" name="Google Shape;128;p66"/>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9" name="Shape 129"/>
        <p:cNvGrpSpPr/>
        <p:nvPr/>
      </p:nvGrpSpPr>
      <p:grpSpPr>
        <a:xfrm>
          <a:off x="0" y="0"/>
          <a:ext cx="0" cy="0"/>
          <a:chOff x="0" y="0"/>
          <a:chExt cx="0" cy="0"/>
        </a:xfrm>
      </p:grpSpPr>
      <p:sp>
        <p:nvSpPr>
          <p:cNvPr id="130" name="Google Shape;130;p6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1" name="Google Shape;131;p6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2" name="Google Shape;132;p6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33" name="Shape 133"/>
        <p:cNvGrpSpPr/>
        <p:nvPr/>
      </p:nvGrpSpPr>
      <p:grpSpPr>
        <a:xfrm>
          <a:off x="0" y="0"/>
          <a:ext cx="0" cy="0"/>
          <a:chOff x="0" y="0"/>
          <a:chExt cx="0" cy="0"/>
        </a:xfrm>
      </p:grpSpPr>
      <p:sp>
        <p:nvSpPr>
          <p:cNvPr id="134" name="Google Shape;134;p68"/>
          <p:cNvSpPr txBox="1"/>
          <p:nvPr>
            <p:ph type="title"/>
          </p:nvPr>
        </p:nvSpPr>
        <p:spPr>
          <a:xfrm>
            <a:off x="629841" y="457200"/>
            <a:ext cx="2949178" cy="16002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Tahoma" panose="020B0604030504040204"/>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8"/>
          <p:cNvSpPr txBox="1"/>
          <p:nvPr>
            <p:ph type="body" idx="1"/>
          </p:nvPr>
        </p:nvSpPr>
        <p:spPr>
          <a:xfrm>
            <a:off x="3887391" y="987425"/>
            <a:ext cx="4629150" cy="4873625"/>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42900" algn="l">
              <a:lnSpc>
                <a:spcPct val="100000"/>
              </a:lnSpc>
              <a:spcBef>
                <a:spcPts val="480"/>
              </a:spcBef>
              <a:spcAft>
                <a:spcPts val="0"/>
              </a:spcAft>
              <a:buSzPts val="1800"/>
              <a:buChar char="●"/>
              <a:defRPr sz="2400"/>
            </a:lvl1pPr>
            <a:lvl2pPr marL="914400" lvl="1" indent="-328295" algn="l">
              <a:lnSpc>
                <a:spcPct val="100000"/>
              </a:lnSpc>
              <a:spcBef>
                <a:spcPts val="420"/>
              </a:spcBef>
              <a:spcAft>
                <a:spcPts val="0"/>
              </a:spcAft>
              <a:buSzPts val="1575"/>
              <a:buChar char="●"/>
              <a:defRPr sz="2100"/>
            </a:lvl2pPr>
            <a:lvl3pPr marL="1371600" lvl="2" indent="-314325" algn="l">
              <a:lnSpc>
                <a:spcPct val="100000"/>
              </a:lnSpc>
              <a:spcBef>
                <a:spcPts val="360"/>
              </a:spcBef>
              <a:spcAft>
                <a:spcPts val="0"/>
              </a:spcAft>
              <a:buSzPts val="1350"/>
              <a:buChar char="●"/>
              <a:defRPr sz="1800"/>
            </a:lvl3pPr>
            <a:lvl4pPr marL="1828800" lvl="3" indent="-299720" algn="l">
              <a:lnSpc>
                <a:spcPct val="100000"/>
              </a:lnSpc>
              <a:spcBef>
                <a:spcPts val="300"/>
              </a:spcBef>
              <a:spcAft>
                <a:spcPts val="0"/>
              </a:spcAft>
              <a:buSzPts val="1125"/>
              <a:buChar char="●"/>
              <a:defRPr sz="1500"/>
            </a:lvl4pPr>
            <a:lvl5pPr marL="2286000" lvl="4" indent="-299720" algn="l">
              <a:lnSpc>
                <a:spcPct val="100000"/>
              </a:lnSpc>
              <a:spcBef>
                <a:spcPts val="300"/>
              </a:spcBef>
              <a:spcAft>
                <a:spcPts val="0"/>
              </a:spcAft>
              <a:buSzPts val="1125"/>
              <a:buChar char="●"/>
              <a:defRPr sz="1500"/>
            </a:lvl5pPr>
            <a:lvl6pPr marL="2743200" lvl="5" indent="-299720" algn="l">
              <a:lnSpc>
                <a:spcPct val="100000"/>
              </a:lnSpc>
              <a:spcBef>
                <a:spcPts val="300"/>
              </a:spcBef>
              <a:spcAft>
                <a:spcPts val="0"/>
              </a:spcAft>
              <a:buSzPts val="1125"/>
              <a:buChar char="●"/>
              <a:defRPr sz="1500"/>
            </a:lvl6pPr>
            <a:lvl7pPr marL="3200400" lvl="6" indent="-299720" algn="l">
              <a:lnSpc>
                <a:spcPct val="100000"/>
              </a:lnSpc>
              <a:spcBef>
                <a:spcPts val="300"/>
              </a:spcBef>
              <a:spcAft>
                <a:spcPts val="0"/>
              </a:spcAft>
              <a:buSzPts val="1125"/>
              <a:buChar char="●"/>
              <a:defRPr sz="1500"/>
            </a:lvl7pPr>
            <a:lvl8pPr marL="3657600" lvl="7" indent="-299720" algn="l">
              <a:lnSpc>
                <a:spcPct val="100000"/>
              </a:lnSpc>
              <a:spcBef>
                <a:spcPts val="300"/>
              </a:spcBef>
              <a:spcAft>
                <a:spcPts val="0"/>
              </a:spcAft>
              <a:buSzPts val="1125"/>
              <a:buChar char="●"/>
              <a:defRPr sz="1500"/>
            </a:lvl8pPr>
            <a:lvl9pPr marL="4114800" lvl="8" indent="-299720" algn="l">
              <a:lnSpc>
                <a:spcPct val="100000"/>
              </a:lnSpc>
              <a:spcBef>
                <a:spcPts val="300"/>
              </a:spcBef>
              <a:spcAft>
                <a:spcPts val="0"/>
              </a:spcAft>
              <a:buSzPts val="1125"/>
              <a:buChar char="●"/>
              <a:defRPr sz="1500"/>
            </a:lvl9pPr>
          </a:lstStyle>
          <a:p/>
        </p:txBody>
      </p:sp>
      <p:sp>
        <p:nvSpPr>
          <p:cNvPr id="136" name="Google Shape;136;p68"/>
          <p:cNvSpPr txBox="1"/>
          <p:nvPr>
            <p:ph type="body" idx="2"/>
          </p:nvPr>
        </p:nvSpPr>
        <p:spPr>
          <a:xfrm>
            <a:off x="629841" y="2057400"/>
            <a:ext cx="2949178" cy="3811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240"/>
              </a:spcBef>
              <a:spcAft>
                <a:spcPts val="0"/>
              </a:spcAft>
              <a:buSzPts val="900"/>
              <a:buNone/>
              <a:defRPr sz="1200"/>
            </a:lvl1pPr>
            <a:lvl2pPr marL="914400" lvl="1" indent="-228600" algn="l">
              <a:lnSpc>
                <a:spcPct val="100000"/>
              </a:lnSpc>
              <a:spcBef>
                <a:spcPts val="210"/>
              </a:spcBef>
              <a:spcAft>
                <a:spcPts val="0"/>
              </a:spcAft>
              <a:buSzPts val="788"/>
              <a:buNone/>
              <a:defRPr sz="1050"/>
            </a:lvl2pPr>
            <a:lvl3pPr marL="1371600" lvl="2" indent="-228600" algn="l">
              <a:lnSpc>
                <a:spcPct val="100000"/>
              </a:lnSpc>
              <a:spcBef>
                <a:spcPts val="180"/>
              </a:spcBef>
              <a:spcAft>
                <a:spcPts val="0"/>
              </a:spcAft>
              <a:buSzPts val="675"/>
              <a:buNone/>
              <a:defRPr sz="900"/>
            </a:lvl3pPr>
            <a:lvl4pPr marL="1828800" lvl="3" indent="-228600" algn="l">
              <a:lnSpc>
                <a:spcPct val="100000"/>
              </a:lnSpc>
              <a:spcBef>
                <a:spcPts val="150"/>
              </a:spcBef>
              <a:spcAft>
                <a:spcPts val="0"/>
              </a:spcAft>
              <a:buSzPts val="563"/>
              <a:buNone/>
              <a:defRPr sz="750"/>
            </a:lvl4pPr>
            <a:lvl5pPr marL="2286000" lvl="4" indent="-228600" algn="l">
              <a:lnSpc>
                <a:spcPct val="100000"/>
              </a:lnSpc>
              <a:spcBef>
                <a:spcPts val="150"/>
              </a:spcBef>
              <a:spcAft>
                <a:spcPts val="0"/>
              </a:spcAft>
              <a:buSzPts val="563"/>
              <a:buNone/>
              <a:defRPr sz="750"/>
            </a:lvl5pPr>
            <a:lvl6pPr marL="2743200" lvl="5" indent="-228600" algn="l">
              <a:lnSpc>
                <a:spcPct val="100000"/>
              </a:lnSpc>
              <a:spcBef>
                <a:spcPts val="150"/>
              </a:spcBef>
              <a:spcAft>
                <a:spcPts val="0"/>
              </a:spcAft>
              <a:buSzPts val="563"/>
              <a:buNone/>
              <a:defRPr sz="750"/>
            </a:lvl6pPr>
            <a:lvl7pPr marL="3200400" lvl="6" indent="-228600" algn="l">
              <a:lnSpc>
                <a:spcPct val="100000"/>
              </a:lnSpc>
              <a:spcBef>
                <a:spcPts val="150"/>
              </a:spcBef>
              <a:spcAft>
                <a:spcPts val="0"/>
              </a:spcAft>
              <a:buSzPts val="563"/>
              <a:buNone/>
              <a:defRPr sz="750"/>
            </a:lvl7pPr>
            <a:lvl8pPr marL="3657600" lvl="7" indent="-228600" algn="l">
              <a:lnSpc>
                <a:spcPct val="100000"/>
              </a:lnSpc>
              <a:spcBef>
                <a:spcPts val="150"/>
              </a:spcBef>
              <a:spcAft>
                <a:spcPts val="0"/>
              </a:spcAft>
              <a:buSzPts val="563"/>
              <a:buNone/>
              <a:defRPr sz="750"/>
            </a:lvl8pPr>
            <a:lvl9pPr marL="4114800" lvl="8" indent="-228600" algn="l">
              <a:lnSpc>
                <a:spcPct val="100000"/>
              </a:lnSpc>
              <a:spcBef>
                <a:spcPts val="150"/>
              </a:spcBef>
              <a:spcAft>
                <a:spcPts val="0"/>
              </a:spcAft>
              <a:buSzPts val="563"/>
              <a:buNone/>
              <a:defRPr sz="750"/>
            </a:lvl9pPr>
          </a:lstStyle>
          <a:p/>
        </p:txBody>
      </p:sp>
      <p:sp>
        <p:nvSpPr>
          <p:cNvPr id="137" name="Google Shape;137;p6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8" name="Google Shape;138;p6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9" name="Google Shape;139;p6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40" name="Shape 140"/>
        <p:cNvGrpSpPr/>
        <p:nvPr/>
      </p:nvGrpSpPr>
      <p:grpSpPr>
        <a:xfrm>
          <a:off x="0" y="0"/>
          <a:ext cx="0" cy="0"/>
          <a:chOff x="0" y="0"/>
          <a:chExt cx="0" cy="0"/>
        </a:xfrm>
      </p:grpSpPr>
      <p:sp>
        <p:nvSpPr>
          <p:cNvPr id="141" name="Google Shape;141;p69"/>
          <p:cNvSpPr txBox="1"/>
          <p:nvPr>
            <p:ph type="title"/>
          </p:nvPr>
        </p:nvSpPr>
        <p:spPr>
          <a:xfrm>
            <a:off x="629841" y="457200"/>
            <a:ext cx="2949178" cy="16002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Tahoma" panose="020B0604030504040204"/>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69"/>
          <p:cNvSpPr/>
          <p:nvPr>
            <p:ph type="pic" idx="2"/>
          </p:nvPr>
        </p:nvSpPr>
        <p:spPr>
          <a:xfrm>
            <a:off x="3887391" y="987425"/>
            <a:ext cx="4629150" cy="4873625"/>
          </a:xfrm>
          <a:prstGeom prst="rect">
            <a:avLst/>
          </a:prstGeom>
          <a:noFill/>
          <a:ln>
            <a:noFill/>
          </a:ln>
          <a:effectLst>
            <a:outerShdw dist="35921" dir="2699999" algn="ctr" rotWithShape="0">
              <a:schemeClr val="lt1"/>
            </a:outerShdw>
          </a:effectLst>
        </p:spPr>
      </p:sp>
      <p:sp>
        <p:nvSpPr>
          <p:cNvPr id="143" name="Google Shape;143;p69"/>
          <p:cNvSpPr txBox="1"/>
          <p:nvPr>
            <p:ph type="body" idx="1"/>
          </p:nvPr>
        </p:nvSpPr>
        <p:spPr>
          <a:xfrm>
            <a:off x="629841" y="2057400"/>
            <a:ext cx="2949178" cy="3811588"/>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228600" algn="l">
              <a:lnSpc>
                <a:spcPct val="100000"/>
              </a:lnSpc>
              <a:spcBef>
                <a:spcPts val="240"/>
              </a:spcBef>
              <a:spcAft>
                <a:spcPts val="0"/>
              </a:spcAft>
              <a:buSzPts val="900"/>
              <a:buNone/>
              <a:defRPr sz="1200"/>
            </a:lvl1pPr>
            <a:lvl2pPr marL="914400" lvl="1" indent="-228600" algn="l">
              <a:lnSpc>
                <a:spcPct val="100000"/>
              </a:lnSpc>
              <a:spcBef>
                <a:spcPts val="210"/>
              </a:spcBef>
              <a:spcAft>
                <a:spcPts val="0"/>
              </a:spcAft>
              <a:buSzPts val="788"/>
              <a:buNone/>
              <a:defRPr sz="1050"/>
            </a:lvl2pPr>
            <a:lvl3pPr marL="1371600" lvl="2" indent="-228600" algn="l">
              <a:lnSpc>
                <a:spcPct val="100000"/>
              </a:lnSpc>
              <a:spcBef>
                <a:spcPts val="180"/>
              </a:spcBef>
              <a:spcAft>
                <a:spcPts val="0"/>
              </a:spcAft>
              <a:buSzPts val="675"/>
              <a:buNone/>
              <a:defRPr sz="900"/>
            </a:lvl3pPr>
            <a:lvl4pPr marL="1828800" lvl="3" indent="-228600" algn="l">
              <a:lnSpc>
                <a:spcPct val="100000"/>
              </a:lnSpc>
              <a:spcBef>
                <a:spcPts val="150"/>
              </a:spcBef>
              <a:spcAft>
                <a:spcPts val="0"/>
              </a:spcAft>
              <a:buSzPts val="563"/>
              <a:buNone/>
              <a:defRPr sz="750"/>
            </a:lvl4pPr>
            <a:lvl5pPr marL="2286000" lvl="4" indent="-228600" algn="l">
              <a:lnSpc>
                <a:spcPct val="100000"/>
              </a:lnSpc>
              <a:spcBef>
                <a:spcPts val="150"/>
              </a:spcBef>
              <a:spcAft>
                <a:spcPts val="0"/>
              </a:spcAft>
              <a:buSzPts val="563"/>
              <a:buNone/>
              <a:defRPr sz="750"/>
            </a:lvl5pPr>
            <a:lvl6pPr marL="2743200" lvl="5" indent="-228600" algn="l">
              <a:lnSpc>
                <a:spcPct val="100000"/>
              </a:lnSpc>
              <a:spcBef>
                <a:spcPts val="150"/>
              </a:spcBef>
              <a:spcAft>
                <a:spcPts val="0"/>
              </a:spcAft>
              <a:buSzPts val="563"/>
              <a:buNone/>
              <a:defRPr sz="750"/>
            </a:lvl6pPr>
            <a:lvl7pPr marL="3200400" lvl="6" indent="-228600" algn="l">
              <a:lnSpc>
                <a:spcPct val="100000"/>
              </a:lnSpc>
              <a:spcBef>
                <a:spcPts val="150"/>
              </a:spcBef>
              <a:spcAft>
                <a:spcPts val="0"/>
              </a:spcAft>
              <a:buSzPts val="563"/>
              <a:buNone/>
              <a:defRPr sz="750"/>
            </a:lvl7pPr>
            <a:lvl8pPr marL="3657600" lvl="7" indent="-228600" algn="l">
              <a:lnSpc>
                <a:spcPct val="100000"/>
              </a:lnSpc>
              <a:spcBef>
                <a:spcPts val="150"/>
              </a:spcBef>
              <a:spcAft>
                <a:spcPts val="0"/>
              </a:spcAft>
              <a:buSzPts val="563"/>
              <a:buNone/>
              <a:defRPr sz="750"/>
            </a:lvl8pPr>
            <a:lvl9pPr marL="4114800" lvl="8" indent="-228600" algn="l">
              <a:lnSpc>
                <a:spcPct val="100000"/>
              </a:lnSpc>
              <a:spcBef>
                <a:spcPts val="150"/>
              </a:spcBef>
              <a:spcAft>
                <a:spcPts val="0"/>
              </a:spcAft>
              <a:buSzPts val="563"/>
              <a:buNone/>
              <a:defRPr sz="750"/>
            </a:lvl9pPr>
          </a:lstStyle>
          <a:p/>
        </p:txBody>
      </p:sp>
      <p:sp>
        <p:nvSpPr>
          <p:cNvPr id="144" name="Google Shape;144;p6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5" name="Google Shape;145;p6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6" name="Google Shape;146;p6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47" name="Shape 147"/>
        <p:cNvGrpSpPr/>
        <p:nvPr/>
      </p:nvGrpSpPr>
      <p:grpSpPr>
        <a:xfrm>
          <a:off x="0" y="0"/>
          <a:ext cx="0" cy="0"/>
          <a:chOff x="0" y="0"/>
          <a:chExt cx="0" cy="0"/>
        </a:xfrm>
      </p:grpSpPr>
      <p:sp>
        <p:nvSpPr>
          <p:cNvPr id="148" name="Google Shape;148;p7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70"/>
          <p:cNvSpPr txBox="1"/>
          <p:nvPr>
            <p:ph type="body" idx="1"/>
          </p:nvPr>
        </p:nvSpPr>
        <p:spPr>
          <a:xfrm rot="5400000">
            <a:off x="2234407" y="300832"/>
            <a:ext cx="4751387" cy="769620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150" name="Google Shape;150;p7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1" name="Google Shape;151;p7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2" name="Google Shape;152;p7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53" name="Shape 153"/>
        <p:cNvGrpSpPr/>
        <p:nvPr/>
      </p:nvGrpSpPr>
      <p:grpSpPr>
        <a:xfrm>
          <a:off x="0" y="0"/>
          <a:ext cx="0" cy="0"/>
          <a:chOff x="0" y="0"/>
          <a:chExt cx="0" cy="0"/>
        </a:xfrm>
      </p:grpSpPr>
      <p:sp>
        <p:nvSpPr>
          <p:cNvPr id="154" name="Google Shape;154;p71"/>
          <p:cNvSpPr txBox="1"/>
          <p:nvPr>
            <p:ph type="title"/>
          </p:nvPr>
        </p:nvSpPr>
        <p:spPr>
          <a:xfrm rot="5400000">
            <a:off x="4400550" y="2466975"/>
            <a:ext cx="6191250" cy="192405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71"/>
          <p:cNvSpPr txBox="1"/>
          <p:nvPr>
            <p:ph type="body" idx="1"/>
          </p:nvPr>
        </p:nvSpPr>
        <p:spPr>
          <a:xfrm rot="5400000">
            <a:off x="496680" y="598695"/>
            <a:ext cx="6191250" cy="5660611"/>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14325" algn="l">
              <a:lnSpc>
                <a:spcPct val="100000"/>
              </a:lnSpc>
              <a:spcBef>
                <a:spcPts val="360"/>
              </a:spcBef>
              <a:spcAft>
                <a:spcPts val="0"/>
              </a:spcAft>
              <a:buSzPts val="1350"/>
              <a:buChar char="●"/>
              <a:defRPr/>
            </a:lvl2pPr>
            <a:lvl3pPr marL="1371600" lvl="2" indent="-314325" algn="l">
              <a:lnSpc>
                <a:spcPct val="100000"/>
              </a:lnSpc>
              <a:spcBef>
                <a:spcPts val="360"/>
              </a:spcBef>
              <a:spcAft>
                <a:spcPts val="0"/>
              </a:spcAft>
              <a:buSzPts val="1350"/>
              <a:buChar char="●"/>
              <a:defRPr/>
            </a:lvl3pPr>
            <a:lvl4pPr marL="1828800" lvl="3" indent="-314325" algn="l">
              <a:lnSpc>
                <a:spcPct val="100000"/>
              </a:lnSpc>
              <a:spcBef>
                <a:spcPts val="360"/>
              </a:spcBef>
              <a:spcAft>
                <a:spcPts val="0"/>
              </a:spcAft>
              <a:buSzPts val="1350"/>
              <a:buChar char="●"/>
              <a:defRPr/>
            </a:lvl4pPr>
            <a:lvl5pPr marL="2286000" lvl="4" indent="-314325" algn="l">
              <a:lnSpc>
                <a:spcPct val="100000"/>
              </a:lnSpc>
              <a:spcBef>
                <a:spcPts val="360"/>
              </a:spcBef>
              <a:spcAft>
                <a:spcPts val="0"/>
              </a:spcAft>
              <a:buSzPts val="1350"/>
              <a:buChar char="●"/>
              <a:defRPr/>
            </a:lvl5pPr>
            <a:lvl6pPr marL="2743200" lvl="5" indent="-314325" algn="l">
              <a:lnSpc>
                <a:spcPct val="100000"/>
              </a:lnSpc>
              <a:spcBef>
                <a:spcPts val="360"/>
              </a:spcBef>
              <a:spcAft>
                <a:spcPts val="0"/>
              </a:spcAft>
              <a:buSzPts val="1350"/>
              <a:buChar char="●"/>
              <a:defRPr/>
            </a:lvl6pPr>
            <a:lvl7pPr marL="3200400" lvl="6" indent="-314325" algn="l">
              <a:lnSpc>
                <a:spcPct val="100000"/>
              </a:lnSpc>
              <a:spcBef>
                <a:spcPts val="360"/>
              </a:spcBef>
              <a:spcAft>
                <a:spcPts val="0"/>
              </a:spcAft>
              <a:buSzPts val="1350"/>
              <a:buChar char="●"/>
              <a:defRPr/>
            </a:lvl7pPr>
            <a:lvl8pPr marL="3657600" lvl="7" indent="-314325" algn="l">
              <a:lnSpc>
                <a:spcPct val="100000"/>
              </a:lnSpc>
              <a:spcBef>
                <a:spcPts val="360"/>
              </a:spcBef>
              <a:spcAft>
                <a:spcPts val="0"/>
              </a:spcAft>
              <a:buSzPts val="1350"/>
              <a:buChar char="●"/>
              <a:defRPr/>
            </a:lvl8pPr>
            <a:lvl9pPr marL="4114800" lvl="8" indent="-314325" algn="l">
              <a:lnSpc>
                <a:spcPct val="100000"/>
              </a:lnSpc>
              <a:spcBef>
                <a:spcPts val="360"/>
              </a:spcBef>
              <a:spcAft>
                <a:spcPts val="0"/>
              </a:spcAft>
              <a:buSzPts val="1350"/>
              <a:buChar char="●"/>
              <a:defRPr/>
            </a:lvl9pPr>
          </a:lstStyle>
          <a:p/>
        </p:txBody>
      </p:sp>
      <p:sp>
        <p:nvSpPr>
          <p:cNvPr id="156" name="Google Shape;156;p7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7" name="Google Shape;157;p7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8" name="Google Shape;158;p7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Clr>
                <a:schemeClr val="dk1"/>
              </a:buClr>
              <a:buSzPts val="1400"/>
              <a:buFont typeface="Times New Roman" panose="02020603050405020304"/>
              <a:buNone/>
              <a:defRPr/>
            </a:lvl1pPr>
            <a:lvl2pPr marL="0" lvl="1" indent="0" algn="r">
              <a:lnSpc>
                <a:spcPct val="100000"/>
              </a:lnSpc>
              <a:spcBef>
                <a:spcPts val="0"/>
              </a:spcBef>
              <a:spcAft>
                <a:spcPts val="0"/>
              </a:spcAft>
              <a:buClr>
                <a:schemeClr val="dk1"/>
              </a:buClr>
              <a:buSzPts val="1400"/>
              <a:buFont typeface="Times New Roman" panose="02020603050405020304"/>
              <a:buNone/>
              <a:defRPr/>
            </a:lvl2pPr>
            <a:lvl3pPr marL="0" lvl="2" indent="0" algn="r">
              <a:lnSpc>
                <a:spcPct val="100000"/>
              </a:lnSpc>
              <a:spcBef>
                <a:spcPts val="0"/>
              </a:spcBef>
              <a:spcAft>
                <a:spcPts val="0"/>
              </a:spcAft>
              <a:buClr>
                <a:schemeClr val="dk1"/>
              </a:buClr>
              <a:buSzPts val="1400"/>
              <a:buFont typeface="Times New Roman" panose="02020603050405020304"/>
              <a:buNone/>
              <a:defRPr/>
            </a:lvl3pPr>
            <a:lvl4pPr marL="0" lvl="3" indent="0" algn="r">
              <a:lnSpc>
                <a:spcPct val="100000"/>
              </a:lnSpc>
              <a:spcBef>
                <a:spcPts val="0"/>
              </a:spcBef>
              <a:spcAft>
                <a:spcPts val="0"/>
              </a:spcAft>
              <a:buClr>
                <a:schemeClr val="dk1"/>
              </a:buClr>
              <a:buSzPts val="1400"/>
              <a:buFont typeface="Times New Roman" panose="02020603050405020304"/>
              <a:buNone/>
              <a:defRPr/>
            </a:lvl4pPr>
            <a:lvl5pPr marL="0" lvl="4" indent="0" algn="r">
              <a:lnSpc>
                <a:spcPct val="100000"/>
              </a:lnSpc>
              <a:spcBef>
                <a:spcPts val="0"/>
              </a:spcBef>
              <a:spcAft>
                <a:spcPts val="0"/>
              </a:spcAft>
              <a:buClr>
                <a:schemeClr val="dk1"/>
              </a:buClr>
              <a:buSzPts val="1400"/>
              <a:buFont typeface="Times New Roman" panose="02020603050405020304"/>
              <a:buNone/>
              <a:defRPr/>
            </a:lvl5pPr>
            <a:lvl6pPr marL="0" lvl="5" indent="0" algn="r">
              <a:lnSpc>
                <a:spcPct val="100000"/>
              </a:lnSpc>
              <a:spcBef>
                <a:spcPts val="0"/>
              </a:spcBef>
              <a:spcAft>
                <a:spcPts val="0"/>
              </a:spcAft>
              <a:buClr>
                <a:schemeClr val="dk1"/>
              </a:buClr>
              <a:buSzPts val="1400"/>
              <a:buFont typeface="Times New Roman" panose="02020603050405020304"/>
              <a:buNone/>
              <a:defRPr/>
            </a:lvl6pPr>
            <a:lvl7pPr marL="0" lvl="6" indent="0" algn="r">
              <a:lnSpc>
                <a:spcPct val="100000"/>
              </a:lnSpc>
              <a:spcBef>
                <a:spcPts val="0"/>
              </a:spcBef>
              <a:spcAft>
                <a:spcPts val="0"/>
              </a:spcAft>
              <a:buClr>
                <a:schemeClr val="dk1"/>
              </a:buClr>
              <a:buSzPts val="1400"/>
              <a:buFont typeface="Times New Roman" panose="02020603050405020304"/>
              <a:buNone/>
              <a:defRPr/>
            </a:lvl7pPr>
            <a:lvl8pPr marL="0" lvl="7" indent="0" algn="r">
              <a:lnSpc>
                <a:spcPct val="100000"/>
              </a:lnSpc>
              <a:spcBef>
                <a:spcPts val="0"/>
              </a:spcBef>
              <a:spcAft>
                <a:spcPts val="0"/>
              </a:spcAft>
              <a:buClr>
                <a:schemeClr val="dk1"/>
              </a:buClr>
              <a:buSzPts val="1400"/>
              <a:buFont typeface="Times New Roman" panose="02020603050405020304"/>
              <a:buNone/>
              <a:defRPr/>
            </a:lvl8pPr>
            <a:lvl9pPr marL="0" lvl="8" indent="0" algn="r">
              <a:lnSpc>
                <a:spcPct val="100000"/>
              </a:lnSpc>
              <a:spcBef>
                <a:spcPts val="0"/>
              </a:spcBef>
              <a:spcAft>
                <a:spcPts val="0"/>
              </a:spcAft>
              <a:buClr>
                <a:schemeClr val="dk1"/>
              </a:buClr>
              <a:buSzPts val="1400"/>
              <a:buFont typeface="Times New Roman" panose="02020603050405020304"/>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9" name="Shape 9"/>
        <p:cNvGrpSpPr/>
        <p:nvPr/>
      </p:nvGrpSpPr>
      <p:grpSpPr>
        <a:xfrm>
          <a:off x="0" y="0"/>
          <a:ext cx="0" cy="0"/>
          <a:chOff x="0" y="0"/>
          <a:chExt cx="0" cy="0"/>
        </a:xfrm>
      </p:grpSpPr>
      <p:sp>
        <p:nvSpPr>
          <p:cNvPr id="10" name="Google Shape;10;p48"/>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4400"/>
              <a:buFont typeface="Tahoma" panose="020B0604030504040204"/>
              <a:buNone/>
              <a:defRPr sz="4400" b="0" i="0" u="none" strike="noStrike" cap="none">
                <a:solidFill>
                  <a:schemeClr val="dk2"/>
                </a:solidFill>
                <a:latin typeface="Tahoma" panose="020B0604030504040204"/>
                <a:ea typeface="Tahoma" panose="020B0604030504040204"/>
                <a:cs typeface="Tahoma" panose="020B0604030504040204"/>
                <a:sym typeface="Tahoma" panose="020B060403050404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8"/>
          <p:cNvSpPr txBox="1"/>
          <p:nvPr>
            <p:ph type="body" idx="1"/>
          </p:nvPr>
        </p:nvSpPr>
        <p:spPr>
          <a:xfrm>
            <a:off x="762000" y="1773238"/>
            <a:ext cx="7696200"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marR="0" lvl="0" indent="-381000" algn="l" rtl="0">
              <a:lnSpc>
                <a:spcPct val="100000"/>
              </a:lnSpc>
              <a:spcBef>
                <a:spcPts val="640"/>
              </a:spcBef>
              <a:spcAft>
                <a:spcPts val="0"/>
              </a:spcAft>
              <a:buClr>
                <a:schemeClr val="accent1"/>
              </a:buClr>
              <a:buSzPts val="2400"/>
              <a:buFont typeface="Noto Sans Symbols"/>
              <a:buChar char="●"/>
              <a:defRPr sz="32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L="914400" marR="0" lvl="1" indent="-361950" algn="l" rtl="0">
              <a:lnSpc>
                <a:spcPct val="100000"/>
              </a:lnSpc>
              <a:spcBef>
                <a:spcPts val="560"/>
              </a:spcBef>
              <a:spcAft>
                <a:spcPts val="0"/>
              </a:spcAft>
              <a:buClr>
                <a:schemeClr val="accent1"/>
              </a:buClr>
              <a:buSzPts val="2100"/>
              <a:buFont typeface="Noto Sans Symbols"/>
              <a:buChar char="●"/>
              <a:defRPr sz="28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L="1371600" marR="0" lvl="2" indent="-342900" algn="l" rtl="0">
              <a:lnSpc>
                <a:spcPct val="100000"/>
              </a:lnSpc>
              <a:spcBef>
                <a:spcPts val="480"/>
              </a:spcBef>
              <a:spcAft>
                <a:spcPts val="0"/>
              </a:spcAft>
              <a:buClr>
                <a:schemeClr val="accent1"/>
              </a:buClr>
              <a:buSzPts val="1800"/>
              <a:buFont typeface="Noto Sans Symbols"/>
              <a:buChar char="●"/>
              <a:defRPr sz="2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L="1828800" marR="0" lvl="3"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L="2286000" marR="0" lvl="4"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L="2743200" marR="0" lvl="5"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6pPr>
            <a:lvl7pPr marL="3200400" marR="0" lvl="6"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7pPr>
            <a:lvl8pPr marL="3657600" marR="0" lvl="7"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8pPr>
            <a:lvl9pPr marL="4114800" marR="0" lvl="8"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9pPr>
          </a:lstStyle>
          <a:p/>
        </p:txBody>
      </p:sp>
      <p:sp>
        <p:nvSpPr>
          <p:cNvPr id="12" name="Google Shape;12;p4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 name="Google Shape;13;p4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4" name="Google Shape;14;p4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84" name="Shape 84"/>
        <p:cNvGrpSpPr/>
        <p:nvPr/>
      </p:nvGrpSpPr>
      <p:grpSpPr>
        <a:xfrm>
          <a:off x="0" y="0"/>
          <a:ext cx="0" cy="0"/>
          <a:chOff x="0" y="0"/>
          <a:chExt cx="0" cy="0"/>
        </a:xfrm>
      </p:grpSpPr>
      <p:sp>
        <p:nvSpPr>
          <p:cNvPr id="85" name="Google Shape;85;p5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4400"/>
              <a:buFont typeface="Tahoma" panose="020B0604030504040204"/>
              <a:buNone/>
              <a:defRPr sz="4400" b="0" i="0" u="none" strike="noStrike" cap="none">
                <a:solidFill>
                  <a:schemeClr val="dk2"/>
                </a:solidFill>
                <a:latin typeface="Tahoma" panose="020B0604030504040204"/>
                <a:ea typeface="Tahoma" panose="020B0604030504040204"/>
                <a:cs typeface="Tahoma" panose="020B0604030504040204"/>
                <a:sym typeface="Tahoma" panose="020B060403050404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51"/>
          <p:cNvSpPr txBox="1"/>
          <p:nvPr>
            <p:ph type="body" idx="1"/>
          </p:nvPr>
        </p:nvSpPr>
        <p:spPr>
          <a:xfrm>
            <a:off x="762000" y="1773238"/>
            <a:ext cx="7696200"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lvl1pPr marL="457200" marR="0" lvl="0" indent="-381000" algn="l" rtl="0">
              <a:lnSpc>
                <a:spcPct val="100000"/>
              </a:lnSpc>
              <a:spcBef>
                <a:spcPts val="640"/>
              </a:spcBef>
              <a:spcAft>
                <a:spcPts val="0"/>
              </a:spcAft>
              <a:buClr>
                <a:schemeClr val="accent1"/>
              </a:buClr>
              <a:buSzPts val="2400"/>
              <a:buFont typeface="Noto Sans Symbols"/>
              <a:buChar char="●"/>
              <a:defRPr sz="32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L="914400" marR="0" lvl="1" indent="-361950" algn="l" rtl="0">
              <a:lnSpc>
                <a:spcPct val="100000"/>
              </a:lnSpc>
              <a:spcBef>
                <a:spcPts val="560"/>
              </a:spcBef>
              <a:spcAft>
                <a:spcPts val="0"/>
              </a:spcAft>
              <a:buClr>
                <a:schemeClr val="accent1"/>
              </a:buClr>
              <a:buSzPts val="2100"/>
              <a:buFont typeface="Noto Sans Symbols"/>
              <a:buChar char="●"/>
              <a:defRPr sz="28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L="1371600" marR="0" lvl="2" indent="-342900" algn="l" rtl="0">
              <a:lnSpc>
                <a:spcPct val="100000"/>
              </a:lnSpc>
              <a:spcBef>
                <a:spcPts val="480"/>
              </a:spcBef>
              <a:spcAft>
                <a:spcPts val="0"/>
              </a:spcAft>
              <a:buClr>
                <a:schemeClr val="accent1"/>
              </a:buClr>
              <a:buSzPts val="1800"/>
              <a:buFont typeface="Noto Sans Symbols"/>
              <a:buChar char="●"/>
              <a:defRPr sz="2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L="1828800" marR="0" lvl="3"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L="2286000" marR="0" lvl="4"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L="2743200" marR="0" lvl="5"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6pPr>
            <a:lvl7pPr marL="3200400" marR="0" lvl="6"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7pPr>
            <a:lvl8pPr marL="3657600" marR="0" lvl="7"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8pPr>
            <a:lvl9pPr marL="4114800" marR="0" lvl="8" indent="-323850" algn="l" rtl="0">
              <a:lnSpc>
                <a:spcPct val="100000"/>
              </a:lnSpc>
              <a:spcBef>
                <a:spcPts val="400"/>
              </a:spcBef>
              <a:spcAft>
                <a:spcPts val="0"/>
              </a:spcAft>
              <a:buClr>
                <a:schemeClr val="accent1"/>
              </a:buClr>
              <a:buSzPts val="1500"/>
              <a:buFont typeface="Noto Sans Symbols"/>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9pPr>
          </a:lstStyle>
          <a:p/>
        </p:txBody>
      </p:sp>
      <p:sp>
        <p:nvSpPr>
          <p:cNvPr id="87" name="Google Shape;87;p5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8" name="Google Shape;88;p5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Clr>
                <a:schemeClr val="dk1"/>
              </a:buClr>
              <a:buSzPts val="2400"/>
              <a:buFont typeface="Times New Roman" panose="020206030504050203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9" name="Google Shape;89;p5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oleObject" Target="../embeddings/oleObject3.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image" Target="../media/image2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304800" y="5229225"/>
            <a:ext cx="7723188" cy="762000"/>
          </a:xfrm>
          <a:prstGeom prst="rect">
            <a:avLst/>
          </a:prstGeom>
          <a:noFill/>
          <a:ln>
            <a:noFill/>
          </a:ln>
          <a:effectLst>
            <a:outerShdw dist="35921" dir="2699999" algn="ctr" rotWithShape="0">
              <a:schemeClr val="lt1"/>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panose="020B0604030504040204"/>
              <a:buNone/>
            </a:pPr>
            <a:r>
              <a:rPr lang="en-IN">
                <a:latin typeface="Tahoma" panose="020B0604030504040204"/>
                <a:ea typeface="Tahoma" panose="020B0604030504040204"/>
                <a:cs typeface="Tahoma" panose="020B0604030504040204"/>
                <a:sym typeface="Tahoma" panose="020B0604030504040204"/>
              </a:rPr>
              <a:t>GIT</a:t>
            </a:r>
            <a:endParaRPr>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170" name="Google Shape;170;p2"/>
          <p:cNvSpPr txBox="1"/>
          <p:nvPr>
            <p:ph type="body" idx="1"/>
          </p:nvPr>
        </p:nvSpPr>
        <p:spPr>
          <a:xfrm>
            <a:off x="385445" y="1773555"/>
            <a:ext cx="82804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Git is a version control system (VCS).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 helps manage your software project files.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 keeps a history of events that happen with the files. </a:t>
            </a: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176" name="Google Shape;176;p3"/>
          <p:cNvSpPr txBox="1"/>
          <p:nvPr>
            <p:ph type="body" idx="1"/>
          </p:nvPr>
        </p:nvSpPr>
        <p:spPr>
          <a:xfrm>
            <a:off x="385445" y="1773555"/>
            <a:ext cx="82804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As a developer you always want to modify and improve your code.</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Thus once a functionality is developed, you experiment with that code to make it better.</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However in case of problems you want to revert back to earlier working code.</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1" name="Google Shape;181;p4"/>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182" name="Google Shape;182;p4"/>
          <p:cNvSpPr txBox="1"/>
          <p:nvPr>
            <p:ph type="body" idx="1"/>
          </p:nvPr>
        </p:nvSpPr>
        <p:spPr>
          <a:xfrm>
            <a:off x="385445" y="1773555"/>
            <a:ext cx="82804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version control system helps you achieve this.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 keeps the files as old versions when they are modified.</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Thus at any moment you can roll back to earlier files.</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86" name="Shape 186"/>
        <p:cNvGrpSpPr/>
        <p:nvPr/>
      </p:nvGrpSpPr>
      <p:grpSpPr>
        <a:xfrm>
          <a:off x="0" y="0"/>
          <a:ext cx="0" cy="0"/>
          <a:chOff x="0" y="0"/>
          <a:chExt cx="0" cy="0"/>
        </a:xfrm>
      </p:grpSpPr>
      <p:sp>
        <p:nvSpPr>
          <p:cNvPr id="187" name="Google Shape;187;p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188" name="Google Shape;188;p5"/>
          <p:cNvSpPr txBox="1"/>
          <p:nvPr>
            <p:ph type="body" idx="1"/>
          </p:nvPr>
        </p:nvSpPr>
        <p:spPr>
          <a:xfrm>
            <a:off x="385445" y="1696085"/>
            <a:ext cx="8280400" cy="482854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Another advantage of Git is that it allows multiple developers to collaborate and work on a single project.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Also these multiple developers can work independently without affecting each others file.</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Later code can be merged.</a:t>
            </a:r>
            <a:endParaRPr lang="en-IN"/>
          </a:p>
          <a:p>
            <a:pPr marL="342900" lvl="0" indent="-190500" algn="l" rtl="0">
              <a:lnSpc>
                <a:spcPct val="100000"/>
              </a:lnSpc>
              <a:spcBef>
                <a:spcPts val="640"/>
              </a:spcBef>
              <a:spcAft>
                <a:spcPts val="0"/>
              </a:spcAft>
              <a:buSzPts val="2400"/>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 - History</a:t>
            </a:r>
            <a:endParaRPr lang="en-US"/>
          </a:p>
        </p:txBody>
      </p:sp>
      <p:sp>
        <p:nvSpPr>
          <p:cNvPr id="3" name="Text Placeholder 2"/>
          <p:cNvSpPr/>
          <p:nvPr>
            <p:ph type="body" idx="1"/>
          </p:nvPr>
        </p:nvSpPr>
        <p:spPr>
          <a:xfrm>
            <a:off x="280035" y="1773555"/>
            <a:ext cx="8583295" cy="4751070"/>
          </a:xfrm>
        </p:spPr>
        <p:txBody>
          <a:bodyPr/>
          <a:p>
            <a:endParaRPr lang="en-US" altLang="en-US"/>
          </a:p>
          <a:p>
            <a:r>
              <a:rPr lang="en-US" altLang="en-US"/>
              <a:t>The Linux kernel is an open source software project of fairly large scope. During the early years of the Linux kernel maintenance (1991–2002), changes to the software were passed around as patches and archived files. In 2002, the Linux kernel project began using a proprietary DVCS called BitKeeper.</a:t>
            </a:r>
            <a:endParaRPr lang="en-US" altLang="en-US"/>
          </a:p>
          <a:p>
            <a:endParaRPr lang="en-US" altLang="en-US"/>
          </a:p>
          <a:p>
            <a:r>
              <a:rPr lang="en-US" altLang="en-US"/>
              <a:t> </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 - History</a:t>
            </a:r>
            <a:endParaRPr lang="en-US"/>
          </a:p>
        </p:txBody>
      </p:sp>
      <p:sp>
        <p:nvSpPr>
          <p:cNvPr id="3" name="Text Placeholder 2"/>
          <p:cNvSpPr/>
          <p:nvPr>
            <p:ph type="body" idx="1"/>
          </p:nvPr>
        </p:nvSpPr>
        <p:spPr>
          <a:xfrm>
            <a:off x="280035" y="1773555"/>
            <a:ext cx="8583295" cy="4751070"/>
          </a:xfrm>
        </p:spPr>
        <p:txBody>
          <a:bodyPr/>
          <a:p>
            <a:r>
              <a:rPr lang="en-US" altLang="en-US"/>
              <a:t>In 2005, the relationship between the community that developed the Linux kernel and the commercial company that developed BitKeeper broke down, and the tool’s free-of-charge status was revoked. This prompted the Linux development community (and in particular Linus Torvalds, the creator of Linux) to develop their own tool based on some of the lessons they learned while using BitKeeper. </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 - History</a:t>
            </a:r>
            <a:endParaRPr lang="en-US"/>
          </a:p>
        </p:txBody>
      </p:sp>
      <p:sp>
        <p:nvSpPr>
          <p:cNvPr id="3" name="Text Placeholder 2"/>
          <p:cNvSpPr/>
          <p:nvPr>
            <p:ph type="body" idx="1"/>
          </p:nvPr>
        </p:nvSpPr>
        <p:spPr>
          <a:xfrm>
            <a:off x="280035" y="1773555"/>
            <a:ext cx="8583295" cy="4751070"/>
          </a:xfrm>
        </p:spPr>
        <p:txBody>
          <a:bodyPr/>
          <a:p>
            <a:r>
              <a:rPr lang="en-US" altLang="en-US"/>
              <a:t>Some of the goals of the new system were as follows:</a:t>
            </a:r>
            <a:endParaRPr lang="en-US" altLang="en-US"/>
          </a:p>
          <a:p>
            <a:r>
              <a:rPr lang="en-US" altLang="en-US"/>
              <a:t>    </a:t>
            </a:r>
            <a:r>
              <a:rPr lang="en-US" altLang="en-US" sz="3000"/>
              <a:t>Speed</a:t>
            </a:r>
            <a:endParaRPr lang="en-US" altLang="en-US" sz="3000"/>
          </a:p>
          <a:p>
            <a:r>
              <a:rPr lang="en-US" altLang="en-US" sz="3000"/>
              <a:t>    Simple design</a:t>
            </a:r>
            <a:endParaRPr lang="en-US" altLang="en-US" sz="3000"/>
          </a:p>
          <a:p>
            <a:r>
              <a:rPr lang="en-US" altLang="en-US" sz="3000"/>
              <a:t>    Strong support for non-linear development  (thousands of parallel branches)</a:t>
            </a:r>
            <a:endParaRPr lang="en-US" altLang="en-US" sz="3000"/>
          </a:p>
          <a:p>
            <a:r>
              <a:rPr lang="en-US" altLang="en-US" sz="3000"/>
              <a:t>    Fully distributed</a:t>
            </a:r>
            <a:endParaRPr lang="en-US" altLang="en-US" sz="3000"/>
          </a:p>
          <a:p>
            <a:r>
              <a:rPr lang="en-US" altLang="en-US" sz="3000"/>
              <a:t>    Able to handle large projects like the Linux kernel efficiently (speed and data size)</a:t>
            </a:r>
            <a:endParaRPr lang="en-US" altLang="en-US" sz="3000"/>
          </a:p>
          <a:p>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HUB</a:t>
            </a:r>
            <a:endParaRPr lang="en-IN"/>
          </a:p>
        </p:txBody>
      </p:sp>
      <p:sp>
        <p:nvSpPr>
          <p:cNvPr id="194" name="Google Shape;194;p6"/>
          <p:cNvSpPr txBox="1"/>
          <p:nvPr>
            <p:ph type="body" idx="1"/>
          </p:nvPr>
        </p:nvSpPr>
        <p:spPr>
          <a:xfrm>
            <a:off x="385445" y="1773555"/>
            <a:ext cx="82804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Git Hub is a web based version control system using Git.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 is an open site for developers to share their code with other developers.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 allows developers to contribute to each other's code.</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HUB</a:t>
            </a:r>
            <a:endParaRPr lang="en-IN"/>
          </a:p>
        </p:txBody>
      </p:sp>
      <p:sp>
        <p:nvSpPr>
          <p:cNvPr id="200" name="Google Shape;200;p7"/>
          <p:cNvSpPr txBox="1"/>
          <p:nvPr>
            <p:ph type="body" idx="1"/>
          </p:nvPr>
        </p:nvSpPr>
        <p:spPr>
          <a:xfrm>
            <a:off x="385445" y="1773555"/>
            <a:ext cx="82804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Git Hub provides developers with a platform to discuss issues they face during development.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The developers from all over world can suggest solutions to such problems.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This is most helpful for open source projects.</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4" name="Shape 204"/>
        <p:cNvGrpSpPr/>
        <p:nvPr/>
      </p:nvGrpSpPr>
      <p:grpSpPr>
        <a:xfrm>
          <a:off x="0" y="0"/>
          <a:ext cx="0" cy="0"/>
          <a:chOff x="0" y="0"/>
          <a:chExt cx="0" cy="0"/>
        </a:xfrm>
      </p:grpSpPr>
      <p:sp>
        <p:nvSpPr>
          <p:cNvPr id="205" name="Google Shape;205;p8"/>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06" name="Google Shape;206;p8"/>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CVS, Subversion, Perforce, Bazaar are some of the other version control systems.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Most these systems store information as a list of file-based changes.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These systems think of the information they keep as a set of files and the changes made to each file over time</a:t>
            </a:r>
            <a:endParaRPr lang="en-IN"/>
          </a:p>
          <a:p>
            <a:pPr marL="342900" lvl="0" indent="-190500" algn="l" rtl="0">
              <a:lnSpc>
                <a:spcPct val="100000"/>
              </a:lnSpc>
              <a:spcBef>
                <a:spcPts val="640"/>
              </a:spcBef>
              <a:spcAft>
                <a:spcPts val="0"/>
              </a:spcAft>
              <a:buSzPts val="2400"/>
              <a:buNone/>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9"/>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12" name="Google Shape;212;p9"/>
          <p:cNvSpPr txBox="1"/>
          <p:nvPr>
            <p:ph type="body" idx="1"/>
          </p:nvPr>
        </p:nvSpPr>
        <p:spPr>
          <a:xfrm>
            <a:off x="762000" y="1773238"/>
            <a:ext cx="3771138" cy="4751387"/>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VCS systems</a:t>
            </a:r>
            <a:endParaRPr lang="en-IN"/>
          </a:p>
          <a:p>
            <a:pPr marL="342900" lvl="0" indent="-190500" algn="l" rtl="0">
              <a:lnSpc>
                <a:spcPct val="100000"/>
              </a:lnSpc>
              <a:spcBef>
                <a:spcPts val="640"/>
              </a:spcBef>
              <a:spcAft>
                <a:spcPts val="0"/>
              </a:spcAft>
              <a:buSzPts val="2400"/>
              <a:buNone/>
            </a:pPr>
          </a:p>
        </p:txBody>
      </p:sp>
      <p:pic>
        <p:nvPicPr>
          <p:cNvPr id="213" name="Google Shape;213;p9" descr="18333fig0104-tn"/>
          <p:cNvPicPr preferRelativeResize="0"/>
          <p:nvPr>
            <p:ph type="body" idx="2"/>
          </p:nvPr>
        </p:nvPicPr>
        <p:blipFill rotWithShape="1">
          <a:blip r:embed="rId1"/>
          <a:srcRect/>
          <a:stretch>
            <a:fillRect/>
          </a:stretch>
        </p:blipFill>
        <p:spPr>
          <a:xfrm>
            <a:off x="762000" y="2905125"/>
            <a:ext cx="7696200" cy="3619500"/>
          </a:xfrm>
          <a:prstGeom prst="rect">
            <a:avLst/>
          </a:prstGeom>
          <a:noFill/>
          <a:ln>
            <a:noFill/>
          </a:ln>
          <a:effectLst>
            <a:outerShdw dist="35921" dir="2699999" algn="ctr" rotWithShape="0">
              <a:schemeClr val="lt1"/>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p1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19" name="Google Shape;219;p10"/>
          <p:cNvSpPr txBox="1"/>
          <p:nvPr>
            <p:ph type="body" idx="1"/>
          </p:nvPr>
        </p:nvSpPr>
        <p:spPr>
          <a:xfrm>
            <a:off x="191135" y="1670050"/>
            <a:ext cx="8772525" cy="4854575"/>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Git doesn’t think of or store its data this way.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Instead, Git thinks of its data more like a set of snapshots of a mini filesystem.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Every time you commit, or save the state of your project in Git, it basically takes a picture of what all your files look like at that moment.</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25" name="Google Shape;225;p11"/>
          <p:cNvSpPr txBox="1"/>
          <p:nvPr>
            <p:ph type="body" idx="1"/>
          </p:nvPr>
        </p:nvSpPr>
        <p:spPr>
          <a:xfrm>
            <a:off x="385445" y="1773555"/>
            <a:ext cx="8578215"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190500" algn="l" rtl="0">
              <a:lnSpc>
                <a:spcPct val="100000"/>
              </a:lnSpc>
              <a:spcBef>
                <a:spcPts val="0"/>
              </a:spcBef>
              <a:spcAft>
                <a:spcPts val="0"/>
              </a:spcAft>
              <a:buSzPts val="2400"/>
              <a:buNone/>
            </a:pPr>
          </a:p>
          <a:p>
            <a:pPr marL="342900" lvl="0" indent="-342900" algn="l" rtl="0">
              <a:lnSpc>
                <a:spcPct val="100000"/>
              </a:lnSpc>
              <a:spcBef>
                <a:spcPts val="640"/>
              </a:spcBef>
              <a:spcAft>
                <a:spcPts val="0"/>
              </a:spcAft>
              <a:buSzPts val="2400"/>
              <a:buChar char="●"/>
            </a:pPr>
            <a:r>
              <a:rPr lang="en-IN"/>
              <a:t>Git then stores a reference to that snapshot.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To be efficient, if files have not changed, Git doesn’t store the file again—just a link to the previous identical file it has already stored. </a:t>
            </a:r>
            <a:endParaRPr lang="en-IN"/>
          </a:p>
          <a:p>
            <a:pPr marL="342900" lvl="0" indent="-190500" algn="l" rtl="0">
              <a:lnSpc>
                <a:spcPct val="100000"/>
              </a:lnSpc>
              <a:spcBef>
                <a:spcPts val="640"/>
              </a:spcBef>
              <a:spcAft>
                <a:spcPts val="0"/>
              </a:spcAft>
              <a:buSzPts val="2400"/>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31" name="Google Shape;231;p12"/>
          <p:cNvSpPr txBox="1"/>
          <p:nvPr>
            <p:ph type="body" idx="1"/>
          </p:nvPr>
        </p:nvSpPr>
        <p:spPr>
          <a:xfrm>
            <a:off x="762000" y="1773555"/>
            <a:ext cx="781050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git way of storing data</a:t>
            </a:r>
            <a:endParaRPr lang="en-IN"/>
          </a:p>
          <a:p>
            <a:pPr marL="342900" lvl="0" indent="-190500" algn="l" rtl="0">
              <a:lnSpc>
                <a:spcPct val="100000"/>
              </a:lnSpc>
              <a:spcBef>
                <a:spcPts val="640"/>
              </a:spcBef>
              <a:spcAft>
                <a:spcPts val="0"/>
              </a:spcAft>
              <a:buSzPts val="2400"/>
              <a:buNone/>
            </a:pPr>
          </a:p>
        </p:txBody>
      </p:sp>
      <p:pic>
        <p:nvPicPr>
          <p:cNvPr id="232" name="Google Shape;232;p12" descr="18333fig0105-tn"/>
          <p:cNvPicPr preferRelativeResize="0"/>
          <p:nvPr>
            <p:ph type="body" idx="2"/>
          </p:nvPr>
        </p:nvPicPr>
        <p:blipFill rotWithShape="1">
          <a:blip r:embed="rId1"/>
          <a:srcRect/>
          <a:stretch>
            <a:fillRect/>
          </a:stretch>
        </p:blipFill>
        <p:spPr>
          <a:xfrm>
            <a:off x="761365" y="2779395"/>
            <a:ext cx="7579360" cy="3621405"/>
          </a:xfrm>
          <a:prstGeom prst="rect">
            <a:avLst/>
          </a:prstGeom>
          <a:noFill/>
          <a:ln>
            <a:noFill/>
          </a:ln>
          <a:effectLst>
            <a:outerShdw dist="35921" dir="2699999" algn="ctr" rotWithShape="0">
              <a:schemeClr val="lt1"/>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sp>
        <p:nvSpPr>
          <p:cNvPr id="237" name="Google Shape;237;p1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38" name="Google Shape;238;p13"/>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This makes Git more like a mini filesystem with some incredibly powerful tools built on top of it, rather than simply a VCS.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Most operations in Git only need local files and resources to operate — generally no information is needed from another computer on your network.</a:t>
            </a: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14"/>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44" name="Google Shape;244;p14"/>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With Git you have the entire history of the project right there on your local disk, most operations seem almost instantaneous.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For example, to browse the history of the project, Git doesn’t need to go out to the server to get the history and display it for you—it simply reads it directly from your local database.</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49" name="Google Shape;249;p1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50" name="Google Shape;250;p15"/>
          <p:cNvSpPr txBox="1"/>
          <p:nvPr>
            <p:ph type="body" idx="1"/>
          </p:nvPr>
        </p:nvSpPr>
        <p:spPr>
          <a:xfrm>
            <a:off x="255270" y="1670685"/>
            <a:ext cx="8708390" cy="499618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250"/>
              <a:buChar char="●"/>
            </a:pPr>
            <a:r>
              <a:rPr lang="en-IN" sz="3000"/>
              <a:t>Thus Git allows you to work offline for most of the operations.</a:t>
            </a:r>
            <a:endParaRPr sz="3000"/>
          </a:p>
          <a:p>
            <a:pPr marL="342900" lvl="0" indent="-200025" algn="l" rtl="0">
              <a:lnSpc>
                <a:spcPct val="100000"/>
              </a:lnSpc>
              <a:spcBef>
                <a:spcPts val="600"/>
              </a:spcBef>
              <a:spcAft>
                <a:spcPts val="0"/>
              </a:spcAft>
              <a:buSzPts val="2250"/>
              <a:buNone/>
            </a:pPr>
            <a:endParaRPr sz="3000"/>
          </a:p>
          <a:p>
            <a:pPr marL="342900" lvl="0" indent="-342900" algn="l" rtl="0">
              <a:lnSpc>
                <a:spcPct val="100000"/>
              </a:lnSpc>
              <a:spcBef>
                <a:spcPts val="600"/>
              </a:spcBef>
              <a:spcAft>
                <a:spcPts val="0"/>
              </a:spcAft>
              <a:buSzPts val="2250"/>
              <a:buChar char="●"/>
            </a:pPr>
            <a:r>
              <a:rPr lang="en-IN" sz="3000"/>
              <a:t>Everything in Git is check-summed before it is stored and is then referred to by that checksum. </a:t>
            </a:r>
            <a:endParaRPr sz="3000"/>
          </a:p>
          <a:p>
            <a:pPr marL="342900" lvl="0" indent="-200025" algn="l" rtl="0">
              <a:lnSpc>
                <a:spcPct val="100000"/>
              </a:lnSpc>
              <a:spcBef>
                <a:spcPts val="600"/>
              </a:spcBef>
              <a:spcAft>
                <a:spcPts val="0"/>
              </a:spcAft>
              <a:buSzPts val="2250"/>
              <a:buNone/>
            </a:pPr>
            <a:endParaRPr sz="3000"/>
          </a:p>
          <a:p>
            <a:pPr marL="342900" lvl="0" indent="-342900" algn="l" rtl="0">
              <a:lnSpc>
                <a:spcPct val="100000"/>
              </a:lnSpc>
              <a:spcBef>
                <a:spcPts val="600"/>
              </a:spcBef>
              <a:spcAft>
                <a:spcPts val="0"/>
              </a:spcAft>
              <a:buSzPts val="2250"/>
              <a:buChar char="●"/>
            </a:pPr>
            <a:r>
              <a:rPr lang="en-IN" sz="3000"/>
              <a:t>This means it’s impossible to change the contents of any file or directory without Git knowing about it. </a:t>
            </a:r>
            <a:endParaRPr sz="3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1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56" name="Google Shape;256;p16"/>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325"/>
              <a:buChar char="●"/>
            </a:pPr>
            <a:r>
              <a:rPr lang="en-IN" sz="3100"/>
              <a:t>This functionality is built into Git at the lowest levels and is integral to its philosophy. </a:t>
            </a:r>
            <a:endParaRPr sz="3100"/>
          </a:p>
          <a:p>
            <a:pPr marL="342900" lvl="0" indent="-194945" algn="l" rtl="0">
              <a:lnSpc>
                <a:spcPct val="100000"/>
              </a:lnSpc>
              <a:spcBef>
                <a:spcPts val="620"/>
              </a:spcBef>
              <a:spcAft>
                <a:spcPts val="0"/>
              </a:spcAft>
              <a:buSzPts val="2325"/>
              <a:buNone/>
            </a:pPr>
            <a:endParaRPr sz="3100"/>
          </a:p>
          <a:p>
            <a:pPr marL="342900" lvl="0" indent="-342900" algn="l" rtl="0">
              <a:lnSpc>
                <a:spcPct val="100000"/>
              </a:lnSpc>
              <a:spcBef>
                <a:spcPts val="620"/>
              </a:spcBef>
              <a:spcAft>
                <a:spcPts val="0"/>
              </a:spcAft>
              <a:buSzPts val="2325"/>
              <a:buChar char="●"/>
            </a:pPr>
            <a:r>
              <a:rPr lang="en-IN" sz="3100"/>
              <a:t>You can’t lose information in transit or get file corruption without Git being able to detect it.</a:t>
            </a:r>
            <a:endParaRPr sz="3100"/>
          </a:p>
          <a:p>
            <a:pPr marL="342900" lvl="0" indent="-194945" algn="l" rtl="0">
              <a:lnSpc>
                <a:spcPct val="100000"/>
              </a:lnSpc>
              <a:spcBef>
                <a:spcPts val="620"/>
              </a:spcBef>
              <a:spcAft>
                <a:spcPts val="0"/>
              </a:spcAft>
              <a:buSzPts val="2325"/>
              <a:buNone/>
            </a:pPr>
            <a:endParaRPr sz="3100"/>
          </a:p>
          <a:p>
            <a:pPr marL="342900" lvl="0" indent="-342900" algn="l" rtl="0">
              <a:lnSpc>
                <a:spcPct val="100000"/>
              </a:lnSpc>
              <a:spcBef>
                <a:spcPts val="620"/>
              </a:spcBef>
              <a:spcAft>
                <a:spcPts val="0"/>
              </a:spcAft>
              <a:buSzPts val="2325"/>
              <a:buChar char="●"/>
            </a:pPr>
            <a:r>
              <a:rPr lang="en-IN" sz="3100"/>
              <a:t>The mechanism that Git uses for this checksumming is called a SHA-1 hash. </a:t>
            </a:r>
            <a:endParaRPr sz="3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62" name="Google Shape;262;p17"/>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250"/>
              <a:buChar char="●"/>
            </a:pPr>
            <a:r>
              <a:rPr lang="en-IN" sz="3000"/>
              <a:t>This is a 40-character string composed of hexadecimal characters (0–9 and a–f) and calculated based on the contents of a file or directory structure in Git.</a:t>
            </a:r>
            <a:endParaRPr sz="3000"/>
          </a:p>
          <a:p>
            <a:pPr marL="342900" lvl="0" indent="-200025" algn="l" rtl="0">
              <a:lnSpc>
                <a:spcPct val="100000"/>
              </a:lnSpc>
              <a:spcBef>
                <a:spcPts val="600"/>
              </a:spcBef>
              <a:spcAft>
                <a:spcPts val="0"/>
              </a:spcAft>
              <a:buSzPts val="2250"/>
              <a:buNone/>
            </a:pPr>
            <a:endParaRPr sz="3000"/>
          </a:p>
          <a:p>
            <a:pPr marL="342900" lvl="0" indent="-342900" algn="l" rtl="0">
              <a:lnSpc>
                <a:spcPct val="100000"/>
              </a:lnSpc>
              <a:spcBef>
                <a:spcPts val="600"/>
              </a:spcBef>
              <a:spcAft>
                <a:spcPts val="0"/>
              </a:spcAft>
              <a:buSzPts val="2250"/>
              <a:buChar char="●"/>
            </a:pPr>
            <a:r>
              <a:rPr lang="en-IN" sz="3000"/>
              <a:t>Git has three main states that your files can reside in: committed, modified, and staged.</a:t>
            </a:r>
            <a:endParaRPr sz="3000"/>
          </a:p>
          <a:p>
            <a:pPr marL="342900" lvl="0" indent="-200025" algn="l" rtl="0">
              <a:lnSpc>
                <a:spcPct val="100000"/>
              </a:lnSpc>
              <a:spcBef>
                <a:spcPts val="600"/>
              </a:spcBef>
              <a:spcAft>
                <a:spcPts val="0"/>
              </a:spcAft>
              <a:buSzPts val="2250"/>
              <a:buNone/>
            </a:pPr>
            <a:endParaRPr sz="3000"/>
          </a:p>
          <a:p>
            <a:pPr marL="342900" lvl="0" indent="-342900" algn="l" rtl="0">
              <a:lnSpc>
                <a:spcPct val="100000"/>
              </a:lnSpc>
              <a:spcBef>
                <a:spcPts val="600"/>
              </a:spcBef>
              <a:spcAft>
                <a:spcPts val="0"/>
              </a:spcAft>
              <a:buSzPts val="2250"/>
              <a:buChar char="●"/>
            </a:pPr>
            <a:r>
              <a:rPr lang="en-IN" sz="3000"/>
              <a:t> </a:t>
            </a:r>
            <a:r>
              <a:rPr lang="en-IN" sz="3000" b="1"/>
              <a:t>Committed</a:t>
            </a:r>
            <a:r>
              <a:rPr lang="en-IN" sz="3000"/>
              <a:t> means that the data is safely stored in your local database. </a:t>
            </a:r>
            <a:endParaRPr sz="3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18"/>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68" name="Google Shape;268;p18"/>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190500" algn="l" rtl="0">
              <a:lnSpc>
                <a:spcPct val="100000"/>
              </a:lnSpc>
              <a:spcBef>
                <a:spcPts val="0"/>
              </a:spcBef>
              <a:spcAft>
                <a:spcPts val="0"/>
              </a:spcAft>
              <a:buSzPts val="2400"/>
              <a:buNone/>
            </a:pPr>
          </a:p>
          <a:p>
            <a:pPr marL="342900" lvl="0" indent="-342900" algn="l" rtl="0">
              <a:lnSpc>
                <a:spcPct val="100000"/>
              </a:lnSpc>
              <a:spcBef>
                <a:spcPts val="640"/>
              </a:spcBef>
              <a:spcAft>
                <a:spcPts val="0"/>
              </a:spcAft>
              <a:buSzPts val="2400"/>
              <a:buChar char="●"/>
            </a:pPr>
            <a:r>
              <a:rPr lang="en-IN" b="1"/>
              <a:t>Modified</a:t>
            </a:r>
            <a:r>
              <a:rPr lang="en-IN"/>
              <a:t> means that you have changed the file but have not committed it to your database yet.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b="1"/>
              <a:t>Staged</a:t>
            </a:r>
            <a:r>
              <a:rPr lang="en-IN"/>
              <a:t> means that you have marked a modified file in its current version to go into your next commit snapshot.</a:t>
            </a: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74" name="Google Shape;274;p19"/>
          <p:cNvSpPr txBox="1"/>
          <p:nvPr>
            <p:ph type="body" idx="1"/>
          </p:nvPr>
        </p:nvSpPr>
        <p:spPr>
          <a:xfrm>
            <a:off x="386080" y="1773555"/>
            <a:ext cx="3757295"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This leads us to the three main sections of a Git project: the Git directory, the working directory, and the staging area.</a:t>
            </a:r>
            <a:endParaRPr lang="en-IN"/>
          </a:p>
        </p:txBody>
      </p:sp>
      <p:pic>
        <p:nvPicPr>
          <p:cNvPr id="275" name="Google Shape;275;p19" descr="18333fig0106-tn"/>
          <p:cNvPicPr preferRelativeResize="0"/>
          <p:nvPr>
            <p:ph type="body" idx="2"/>
          </p:nvPr>
        </p:nvPicPr>
        <p:blipFill rotWithShape="1">
          <a:blip r:embed="rId1"/>
          <a:srcRect/>
          <a:stretch>
            <a:fillRect/>
          </a:stretch>
        </p:blipFill>
        <p:spPr>
          <a:xfrm>
            <a:off x="4284980" y="1998345"/>
            <a:ext cx="4290060" cy="4526280"/>
          </a:xfrm>
          <a:prstGeom prst="rect">
            <a:avLst/>
          </a:prstGeom>
          <a:noFill/>
          <a:ln>
            <a:noFill/>
          </a:ln>
          <a:effectLst>
            <a:outerShdw dist="35921" dir="2699999" algn="ctr" rotWithShape="0">
              <a:schemeClr val="lt1"/>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79" name="Shape 279"/>
        <p:cNvGrpSpPr/>
        <p:nvPr/>
      </p:nvGrpSpPr>
      <p:grpSpPr>
        <a:xfrm>
          <a:off x="0" y="0"/>
          <a:ext cx="0" cy="0"/>
          <a:chOff x="0" y="0"/>
          <a:chExt cx="0" cy="0"/>
        </a:xfrm>
      </p:grpSpPr>
      <p:sp>
        <p:nvSpPr>
          <p:cNvPr id="280" name="Google Shape;280;p2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81" name="Google Shape;281;p20"/>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Git directory is where Git stores the metadata and object database for your project.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This is the most important part of Git, and it is what is copied when you clone a repository from another computer.</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p2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87" name="Google Shape;287;p21"/>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working directory is a single checkout of one version of the project.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These files are pulled out of the compressed database in the Git directory and placed on disk for you to use or modify.</a:t>
            </a: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91" name="Shape 291"/>
        <p:cNvGrpSpPr/>
        <p:nvPr/>
      </p:nvGrpSpPr>
      <p:grpSpPr>
        <a:xfrm>
          <a:off x="0" y="0"/>
          <a:ext cx="0" cy="0"/>
          <a:chOff x="0" y="0"/>
          <a:chExt cx="0" cy="0"/>
        </a:xfrm>
      </p:grpSpPr>
      <p:sp>
        <p:nvSpPr>
          <p:cNvPr id="292" name="Google Shape;292;p2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93" name="Google Shape;293;p22"/>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staging area is a simple file, generally contained in your Git directory, that stores information about what will go into your next commit.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It’s sometimes referred to as the index, but it’s becoming standard to refer to it as the staging area.</a:t>
            </a:r>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299" name="Google Shape;299;p23"/>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The basic Git workflow goes something like this:</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You modify files in your working directory.</a:t>
            </a:r>
            <a:endParaRPr lang="en-IN"/>
          </a:p>
          <a:p>
            <a:pPr marL="342900" lvl="0" indent="-342900" algn="l" rtl="0">
              <a:lnSpc>
                <a:spcPct val="100000"/>
              </a:lnSpc>
              <a:spcBef>
                <a:spcPts val="640"/>
              </a:spcBef>
              <a:spcAft>
                <a:spcPts val="0"/>
              </a:spcAft>
              <a:buSzPts val="2400"/>
              <a:buChar char="●"/>
            </a:pPr>
            <a:r>
              <a:rPr lang="en-IN"/>
              <a:t>You stage the files, adding snapshots of them to your staging area.</a:t>
            </a:r>
            <a:endParaRPr lang="en-IN"/>
          </a:p>
          <a:p>
            <a:pPr marL="342900" lvl="0" indent="-342900" algn="l" rtl="0">
              <a:lnSpc>
                <a:spcPct val="100000"/>
              </a:lnSpc>
              <a:spcBef>
                <a:spcPts val="640"/>
              </a:spcBef>
              <a:spcAft>
                <a:spcPts val="0"/>
              </a:spcAft>
              <a:buSzPts val="2400"/>
              <a:buChar char="●"/>
            </a:pPr>
            <a:r>
              <a:rPr lang="en-IN"/>
              <a:t>You do a commit, which takes the files as they are in the staging area and stores that snapshot permanently to your Git directory.</a:t>
            </a:r>
            <a:endParaRPr lang="en-IN"/>
          </a:p>
          <a:p>
            <a:pPr marL="342900" lvl="0" indent="-190500" algn="l" rtl="0">
              <a:lnSpc>
                <a:spcPct val="100000"/>
              </a:lnSpc>
              <a:spcBef>
                <a:spcPts val="640"/>
              </a:spcBef>
              <a:spcAft>
                <a:spcPts val="0"/>
              </a:spcAft>
              <a:buSzPts val="2400"/>
              <a:buNone/>
            </a:p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p24"/>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05" name="Google Shape;305;p24"/>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If a particular version of a file is in the Git directory, it’s considered committed.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If it’s modified but has been added to the staging area, it is staged.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And if it was changed since it was checked out but has not been staged, it is modified.</a:t>
            </a:r>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232410" y="1773555"/>
            <a:ext cx="8649970" cy="4751070"/>
          </a:xfrm>
        </p:spPr>
        <p:txBody>
          <a:bodyPr/>
          <a:p>
            <a:r>
              <a:rPr lang="en-US"/>
              <a:t>BLOB Object</a:t>
            </a:r>
            <a:endParaRPr lang="en-US"/>
          </a:p>
          <a:p>
            <a:endParaRPr lang="en-US"/>
          </a:p>
          <a:p>
            <a:r>
              <a:rPr lang="en-US" altLang="en-US" sz="3000"/>
              <a:t>BLOB stands for Binary Large Object. </a:t>
            </a:r>
            <a:endParaRPr lang="en-US" altLang="en-US" sz="3000"/>
          </a:p>
          <a:p>
            <a:endParaRPr lang="en-US" altLang="en-US" sz="3000"/>
          </a:p>
          <a:p>
            <a:r>
              <a:rPr lang="en-US" altLang="en-US" sz="3000"/>
              <a:t>Each version of a file in Git is represented as a BLOB. </a:t>
            </a:r>
            <a:endParaRPr lang="en-US" altLang="en-US" sz="3000"/>
          </a:p>
          <a:p>
            <a:endParaRPr lang="en-US" altLang="en-US" sz="3000"/>
          </a:p>
          <a:p>
            <a:r>
              <a:rPr lang="en-US" altLang="en-US" sz="3000"/>
              <a:t>A BLOB holds a file’s data but doesn’t contain any metadata about the file or even its name.</a:t>
            </a:r>
            <a:endParaRPr lang="en-US" altLang="en-US" sz="3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202565" y="1773555"/>
            <a:ext cx="8602345" cy="4751070"/>
          </a:xfrm>
        </p:spPr>
        <p:txBody>
          <a:bodyPr/>
          <a:p>
            <a:r>
              <a:rPr lang="en-US"/>
              <a:t>BLOB Object</a:t>
            </a:r>
            <a:endParaRPr lang="en-US"/>
          </a:p>
          <a:p>
            <a:r>
              <a:rPr lang="en-US" altLang="en-US"/>
              <a:t> </a:t>
            </a:r>
            <a:r>
              <a:rPr lang="en-US" altLang="en-US" sz="2800"/>
              <a:t>The blob is stored as a single file per piece of content, named with the SHA-1 checksum of the content and its header. </a:t>
            </a:r>
            <a:endParaRPr lang="en-US" altLang="en-US" sz="2800"/>
          </a:p>
          <a:p>
            <a:r>
              <a:rPr lang="en-US" altLang="en-US" sz="2800"/>
              <a:t>The subdirectory is named with the first 2 characters of the SHA-1, and the filename is the remaining 38 characters.</a:t>
            </a:r>
            <a:endParaRPr lang="en-US" altLang="en-US" sz="2800"/>
          </a:p>
          <a:p>
            <a:r>
              <a:rPr lang="en-US" altLang="en-US" sz="2800"/>
              <a:t>But remembering the SHA-1 key for each version of your file isn’t practical. Also you aren’t storing the filename in your system — just the content.</a:t>
            </a:r>
            <a:endParaRPr lang="en-US" altLang="en-US"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173355" y="1773555"/>
            <a:ext cx="8660765" cy="4751070"/>
          </a:xfrm>
        </p:spPr>
        <p:txBody>
          <a:bodyPr/>
          <a:p>
            <a:r>
              <a:rPr lang="en-US" altLang="en-US"/>
              <a:t>Tree Objects</a:t>
            </a:r>
            <a:endParaRPr lang="en-US" altLang="en-US"/>
          </a:p>
          <a:p>
            <a:endParaRPr lang="en-US" altLang="en-US"/>
          </a:p>
          <a:p>
            <a:r>
              <a:rPr lang="en-US" altLang="en-US"/>
              <a:t>The tree object type, which solves the problem of storing the filename and also allows you to store a group of files together.</a:t>
            </a:r>
            <a:endParaRPr lang="en-US" altLang="en-US"/>
          </a:p>
          <a:p>
            <a:endParaRPr lang="en-US" altLang="en-US"/>
          </a:p>
          <a:p>
            <a:r>
              <a:rPr lang="en-US" altLang="en-US"/>
              <a:t>Git stores content in a manner similar to a UNIX filesystem, but a bit simplified. </a:t>
            </a:r>
            <a:endParaRPr lang="en-US" altLang="en-US"/>
          </a:p>
          <a:p>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173355" y="1773555"/>
            <a:ext cx="8660765" cy="4751070"/>
          </a:xfrm>
        </p:spPr>
        <p:txBody>
          <a:bodyPr/>
          <a:p>
            <a:r>
              <a:rPr lang="en-US" altLang="en-US"/>
              <a:t>Tree Objects</a:t>
            </a:r>
            <a:endParaRPr lang="en-US" altLang="en-US"/>
          </a:p>
          <a:p>
            <a:endParaRPr lang="en-US" altLang="en-US"/>
          </a:p>
          <a:p>
            <a:r>
              <a:rPr lang="en-US" altLang="en-US"/>
              <a:t>A single tree object contains one or more entries, each of which is the SHA-1 hash of a blob or subtree with its associated mode, type, and filename.</a:t>
            </a:r>
            <a:endParaRPr lang="en-US" altLang="en-US"/>
          </a:p>
        </p:txBody>
      </p:sp>
      <p:pic>
        <p:nvPicPr>
          <p:cNvPr id="4" name="Picture 3"/>
          <p:cNvPicPr>
            <a:picLocks noChangeAspect="1"/>
          </p:cNvPicPr>
          <p:nvPr/>
        </p:nvPicPr>
        <p:blipFill>
          <a:blip r:embed="rId1"/>
          <a:stretch>
            <a:fillRect/>
          </a:stretch>
        </p:blipFill>
        <p:spPr>
          <a:xfrm>
            <a:off x="4847590" y="4577715"/>
            <a:ext cx="3986530" cy="19469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289560" y="1773555"/>
            <a:ext cx="8592820" cy="4751070"/>
          </a:xfrm>
        </p:spPr>
        <p:txBody>
          <a:bodyPr/>
          <a:p>
            <a:r>
              <a:rPr lang="en-US"/>
              <a:t>Commit Object</a:t>
            </a:r>
            <a:endParaRPr lang="en-US"/>
          </a:p>
          <a:p>
            <a:endParaRPr lang="en-US"/>
          </a:p>
          <a:p>
            <a:r>
              <a:rPr lang="en-US" altLang="en-US"/>
              <a:t>If you’ve done all of the above, you now have three trees that represent the different snapshots of your project that you want to track, but the earlier problem remains: you must remember all three SHA-1 values in order to recall the snapshots. </a:t>
            </a:r>
            <a:endParaRPr lang="en-US" altLang="en-US"/>
          </a:p>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GIT</a:t>
            </a:r>
            <a:endParaRPr lang="en-US"/>
          </a:p>
        </p:txBody>
      </p:sp>
      <p:sp>
        <p:nvSpPr>
          <p:cNvPr id="3" name="Text Placeholder 2"/>
          <p:cNvSpPr/>
          <p:nvPr>
            <p:ph type="body" idx="1"/>
          </p:nvPr>
        </p:nvSpPr>
        <p:spPr>
          <a:xfrm>
            <a:off x="289560" y="1773555"/>
            <a:ext cx="8592820" cy="4751070"/>
          </a:xfrm>
        </p:spPr>
        <p:txBody>
          <a:bodyPr/>
          <a:p>
            <a:r>
              <a:rPr lang="en-US"/>
              <a:t>Commit Object</a:t>
            </a:r>
            <a:endParaRPr lang="en-US"/>
          </a:p>
          <a:p>
            <a:endParaRPr lang="en-US" altLang="en-US"/>
          </a:p>
          <a:p>
            <a:r>
              <a:rPr lang="en-US" altLang="en-US"/>
              <a:t>You also don’t have any information about who saved the snapshots, when they were saved, or why they were saved. </a:t>
            </a:r>
            <a:endParaRPr lang="en-US" altLang="en-US"/>
          </a:p>
          <a:p>
            <a:endParaRPr lang="en-US" altLang="en-US"/>
          </a:p>
          <a:p>
            <a:r>
              <a:rPr lang="en-US" altLang="en-US"/>
              <a:t>This is the basic information that the commit object stores for you.</a:t>
            </a:r>
            <a:endParaRPr lang="en-US" altLang="en-US"/>
          </a:p>
          <a:p>
            <a:pPr marL="142875" indent="0">
              <a:buNone/>
            </a:pP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11" name="Google Shape;311;p25"/>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Forking a repository</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A fork is a copy of a repository that allows you to freely experiment with changes without affecting the original project.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A forked repository differs from a clone in that a connection exists between your fork and the original repository itself. </a:t>
            </a:r>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15" name="Shape 315"/>
        <p:cNvGrpSpPr/>
        <p:nvPr/>
      </p:nvGrpSpPr>
      <p:grpSpPr>
        <a:xfrm>
          <a:off x="0" y="0"/>
          <a:ext cx="0" cy="0"/>
          <a:chOff x="0" y="0"/>
          <a:chExt cx="0" cy="0"/>
        </a:xfrm>
      </p:grpSpPr>
      <p:sp>
        <p:nvSpPr>
          <p:cNvPr id="316" name="Google Shape;316;p2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17" name="Google Shape;317;p26"/>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250"/>
              <a:buChar char="●"/>
            </a:pPr>
            <a:r>
              <a:rPr lang="en-IN" sz="3000"/>
              <a:t>In this way, your fork acts as a bridge between the original repository and your personal copy where you can contribute back to the original project using Pull Requests.</a:t>
            </a:r>
            <a:endParaRPr sz="3000"/>
          </a:p>
          <a:p>
            <a:pPr marL="342900" lvl="0" indent="-200025" algn="l" rtl="0">
              <a:lnSpc>
                <a:spcPct val="100000"/>
              </a:lnSpc>
              <a:spcBef>
                <a:spcPts val="600"/>
              </a:spcBef>
              <a:spcAft>
                <a:spcPts val="0"/>
              </a:spcAft>
              <a:buSzPts val="2250"/>
              <a:buNone/>
            </a:pPr>
            <a:endParaRPr sz="3000"/>
          </a:p>
          <a:p>
            <a:pPr marL="342900" lvl="0" indent="-342900" algn="l" rtl="0">
              <a:lnSpc>
                <a:spcPct val="100000"/>
              </a:lnSpc>
              <a:spcBef>
                <a:spcPts val="600"/>
              </a:spcBef>
              <a:spcAft>
                <a:spcPts val="0"/>
              </a:spcAft>
              <a:buSzPts val="2250"/>
              <a:buChar char="●"/>
            </a:pPr>
            <a:r>
              <a:rPr lang="en-IN" sz="3000"/>
              <a:t>Forking a project is as easy as clicking the Fork button in the header of a repository. Once the process is complete, you'll be taken right to your the forked copy of the project so you can start collaborating!</a:t>
            </a:r>
            <a:endParaRPr sz="3000"/>
          </a:p>
          <a:p>
            <a:pPr marL="342900" lvl="0" indent="-200025" algn="l" rtl="0">
              <a:lnSpc>
                <a:spcPct val="100000"/>
              </a:lnSpc>
              <a:spcBef>
                <a:spcPts val="600"/>
              </a:spcBef>
              <a:spcAft>
                <a:spcPts val="0"/>
              </a:spcAft>
              <a:buSzPts val="2250"/>
              <a:buNone/>
            </a:pPr>
            <a:endParaRPr sz="3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321" name="Shape 321"/>
        <p:cNvGrpSpPr/>
        <p:nvPr/>
      </p:nvGrpSpPr>
      <p:grpSpPr>
        <a:xfrm>
          <a:off x="0" y="0"/>
          <a:ext cx="0" cy="0"/>
          <a:chOff x="0" y="0"/>
          <a:chExt cx="0" cy="0"/>
        </a:xfrm>
      </p:grpSpPr>
      <p:sp>
        <p:nvSpPr>
          <p:cNvPr id="322" name="Google Shape;322;p2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23" name="Google Shape;323;p27"/>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Master</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The default development branch.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Whenever you create a git repo, a branch named “master” is created which becomes the default active branch.</a:t>
            </a:r>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27" name="Shape 327"/>
        <p:cNvGrpSpPr/>
        <p:nvPr/>
      </p:nvGrpSpPr>
      <p:grpSpPr>
        <a:xfrm>
          <a:off x="0" y="0"/>
          <a:ext cx="0" cy="0"/>
          <a:chOff x="0" y="0"/>
          <a:chExt cx="0" cy="0"/>
        </a:xfrm>
      </p:grpSpPr>
      <p:sp>
        <p:nvSpPr>
          <p:cNvPr id="328" name="Google Shape;328;p28"/>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29" name="Google Shape;329;p28"/>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Cloning a repository</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When you create a new repository on GitHub, it exists as a remote location where your project is stored. </a:t>
            </a:r>
            <a:endParaRPr lang="en-IN"/>
          </a:p>
          <a:p>
            <a:pPr marL="342900" lvl="0" indent="-342900" algn="l" rtl="0">
              <a:lnSpc>
                <a:spcPct val="100000"/>
              </a:lnSpc>
              <a:spcBef>
                <a:spcPts val="640"/>
              </a:spcBef>
              <a:spcAft>
                <a:spcPts val="0"/>
              </a:spcAft>
              <a:buSzPts val="2400"/>
              <a:buChar char="●"/>
            </a:pPr>
            <a:r>
              <a:rPr lang="en-IN"/>
              <a:t>You can clone your repository to create a local copy on your computer so that you can sync between both the local and remote locations of the project.</a:t>
            </a:r>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33" name="Shape 333"/>
        <p:cNvGrpSpPr/>
        <p:nvPr/>
      </p:nvGrpSpPr>
      <p:grpSpPr>
        <a:xfrm>
          <a:off x="0" y="0"/>
          <a:ext cx="0" cy="0"/>
          <a:chOff x="0" y="0"/>
          <a:chExt cx="0" cy="0"/>
        </a:xfrm>
      </p:grpSpPr>
      <p:sp>
        <p:nvSpPr>
          <p:cNvPr id="334" name="Google Shape;334;p29"/>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35" name="Google Shape;335;p29"/>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Unlike forking, you won't be able to pull down changes from the original repository you cloned from, and if the project is owned by someone else you won't be able to contribute back to it unless you are specifically invited as a collaborator. </a:t>
            </a:r>
            <a:endParaRPr lang="en-IN"/>
          </a:p>
          <a:p>
            <a:pPr marL="342900" lvl="0" indent="-342900" algn="l" rtl="0">
              <a:lnSpc>
                <a:spcPct val="100000"/>
              </a:lnSpc>
              <a:spcBef>
                <a:spcPts val="640"/>
              </a:spcBef>
              <a:spcAft>
                <a:spcPts val="0"/>
              </a:spcAft>
              <a:buSzPts val="2400"/>
              <a:buChar char="●"/>
            </a:pPr>
            <a:r>
              <a:rPr lang="en-IN"/>
              <a:t>Cloning is ideal for instances when you need a way to quickly get your own copy of a repository where you may not be contributing to the original project.</a:t>
            </a:r>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41" name="Google Shape;341;p30"/>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Pull Request</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Pull requests let you tell others about changes you've pushed to a branch in a repository on GitHub. Once a pull request is opened, you can discuss and review the potential changes with collaborators and add follow-up commits before your changes are merged into the base branch.</a:t>
            </a:r>
            <a:endParaRPr lang="en-IN"/>
          </a:p>
          <a:p>
            <a:pPr marL="342900" lvl="0" indent="-190500" algn="l" rtl="0">
              <a:lnSpc>
                <a:spcPct val="100000"/>
              </a:lnSpc>
              <a:spcBef>
                <a:spcPts val="640"/>
              </a:spcBef>
              <a:spcAft>
                <a:spcPts val="0"/>
              </a:spcAft>
              <a:buSzPts val="2400"/>
              <a:buNone/>
            </a:p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3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47" name="Google Shape;347;p31"/>
          <p:cNvSpPr txBox="1"/>
          <p:nvPr>
            <p:ph type="body" idx="1"/>
          </p:nvPr>
        </p:nvSpPr>
        <p:spPr>
          <a:xfrm>
            <a:off x="385445" y="1773555"/>
            <a:ext cx="817372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Installing Git on Windows </a:t>
            </a:r>
            <a:endParaRPr lang="en-IN"/>
          </a:p>
        </p:txBody>
      </p:sp>
      <p:graphicFrame>
        <p:nvGraphicFramePr>
          <p:cNvPr id="348" name="Google Shape;348;p31"/>
          <p:cNvGraphicFramePr/>
          <p:nvPr/>
        </p:nvGraphicFramePr>
        <p:xfrm>
          <a:off x="385445" y="2668905"/>
          <a:ext cx="7863205" cy="3855720"/>
        </p:xfrm>
        <a:graphic>
          <a:graphicData uri="http://schemas.openxmlformats.org/presentationml/2006/ole">
            <mc:AlternateContent xmlns:mc="http://schemas.openxmlformats.org/markup-compatibility/2006">
              <mc:Choice xmlns:v="urn:schemas-microsoft-com:vml" Requires="v">
                <p:oleObj spid="_x0000_s1" name="" r:id="rId1" imgW="13601700" imgH="6667500" progId="Paint.Picture">
                  <p:embed/>
                </p:oleObj>
              </mc:Choice>
              <mc:Fallback>
                <p:oleObj name="" r:id="rId1" imgW="13601700" imgH="6667500" progId="Paint.Picture">
                  <p:embed/>
                  <p:pic>
                    <p:nvPicPr>
                      <p:cNvPr id="0" name="Google Shape;348;p31"/>
                      <p:cNvPicPr preferRelativeResize="0"/>
                      <p:nvPr/>
                    </p:nvPicPr>
                    <p:blipFill rotWithShape="1">
                      <a:blip r:embed="rId2"/>
                      <a:srcRect/>
                      <a:stretch>
                        <a:fillRect/>
                      </a:stretch>
                    </p:blipFill>
                    <p:spPr>
                      <a:xfrm>
                        <a:off x="385445" y="2668905"/>
                        <a:ext cx="7863205" cy="3855720"/>
                      </a:xfrm>
                      <a:prstGeom prst="rect">
                        <a:avLst/>
                      </a:prstGeom>
                      <a:noFill/>
                      <a:ln>
                        <a:noFill/>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52" name="Shape 352"/>
        <p:cNvGrpSpPr/>
        <p:nvPr/>
      </p:nvGrpSpPr>
      <p:grpSpPr>
        <a:xfrm>
          <a:off x="0" y="0"/>
          <a:ext cx="0" cy="0"/>
          <a:chOff x="0" y="0"/>
          <a:chExt cx="0" cy="0"/>
        </a:xfrm>
      </p:grpSpPr>
      <p:sp>
        <p:nvSpPr>
          <p:cNvPr id="353" name="Google Shape;353;p3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354" name="Google Shape;354;p32"/>
          <p:cNvSpPr txBox="1"/>
          <p:nvPr>
            <p:ph type="body" idx="1"/>
          </p:nvPr>
        </p:nvSpPr>
        <p:spPr>
          <a:xfrm>
            <a:off x="411480" y="1773555"/>
            <a:ext cx="834263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Download the latest exe file for windows.</a:t>
            </a:r>
            <a:endParaRPr lang="en-IN"/>
          </a:p>
          <a:p>
            <a:pPr marL="342900" lvl="0" indent="-342900" algn="l" rtl="0">
              <a:lnSpc>
                <a:spcPct val="100000"/>
              </a:lnSpc>
              <a:spcBef>
                <a:spcPts val="640"/>
              </a:spcBef>
              <a:spcAft>
                <a:spcPts val="0"/>
              </a:spcAft>
              <a:buSzPts val="2400"/>
              <a:buChar char="●"/>
            </a:pPr>
            <a:r>
              <a:rPr lang="en-IN"/>
              <a:t>Double click to start installation.</a:t>
            </a:r>
            <a:endParaRPr lang="en-IN"/>
          </a:p>
          <a:p>
            <a:pPr marL="342900" lvl="0" indent="-190500" algn="l" rtl="0">
              <a:lnSpc>
                <a:spcPct val="100000"/>
              </a:lnSpc>
              <a:spcBef>
                <a:spcPts val="640"/>
              </a:spcBef>
              <a:spcAft>
                <a:spcPts val="0"/>
              </a:spcAft>
              <a:buSzPts val="2400"/>
              <a:buNone/>
            </a:pPr>
          </a:p>
          <a:p>
            <a:pPr marL="342900" lvl="0" indent="-190500" algn="l" rtl="0">
              <a:lnSpc>
                <a:spcPct val="100000"/>
              </a:lnSpc>
              <a:spcBef>
                <a:spcPts val="640"/>
              </a:spcBef>
              <a:spcAft>
                <a:spcPts val="0"/>
              </a:spcAft>
              <a:buSzPts val="2400"/>
              <a:buNone/>
            </a:pPr>
          </a:p>
        </p:txBody>
      </p:sp>
      <p:graphicFrame>
        <p:nvGraphicFramePr>
          <p:cNvPr id="355" name="Google Shape;355;p32"/>
          <p:cNvGraphicFramePr/>
          <p:nvPr/>
        </p:nvGraphicFramePr>
        <p:xfrm>
          <a:off x="1671955" y="3181985"/>
          <a:ext cx="5472430" cy="3342640"/>
        </p:xfrm>
        <a:graphic>
          <a:graphicData uri="http://schemas.openxmlformats.org/presentationml/2006/ole">
            <mc:AlternateContent xmlns:mc="http://schemas.openxmlformats.org/markup-compatibility/2006">
              <mc:Choice xmlns:v="urn:schemas-microsoft-com:vml" Requires="v">
                <p:oleObj spid="_x0000_s1" name="" r:id="rId1" imgW="12182475" imgH="7439025" progId="Paint.Picture">
                  <p:embed/>
                </p:oleObj>
              </mc:Choice>
              <mc:Fallback>
                <p:oleObj name="" r:id="rId1" imgW="12182475" imgH="7439025" progId="Paint.Picture">
                  <p:embed/>
                  <p:pic>
                    <p:nvPicPr>
                      <p:cNvPr id="0" name="Google Shape;355;p32"/>
                      <p:cNvPicPr preferRelativeResize="0"/>
                      <p:nvPr/>
                    </p:nvPicPr>
                    <p:blipFill rotWithShape="1">
                      <a:blip r:embed="rId2"/>
                      <a:srcRect/>
                      <a:stretch>
                        <a:fillRect/>
                      </a:stretch>
                    </p:blipFill>
                    <p:spPr>
                      <a:xfrm>
                        <a:off x="1671955" y="3181985"/>
                        <a:ext cx="5472430" cy="3342640"/>
                      </a:xfrm>
                      <a:prstGeom prst="rect">
                        <a:avLst/>
                      </a:prstGeom>
                      <a:noFill/>
                      <a:ln>
                        <a:noFill/>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59" name="Shape 359"/>
        <p:cNvGrpSpPr/>
        <p:nvPr/>
      </p:nvGrpSpPr>
      <p:grpSpPr>
        <a:xfrm>
          <a:off x="0" y="0"/>
          <a:ext cx="0" cy="0"/>
          <a:chOff x="0" y="0"/>
          <a:chExt cx="0" cy="0"/>
        </a:xfrm>
      </p:grpSpPr>
      <p:sp>
        <p:nvSpPr>
          <p:cNvPr id="360" name="Google Shape;360;p3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graphicFrame>
        <p:nvGraphicFramePr>
          <p:cNvPr id="361" name="Google Shape;361;p33"/>
          <p:cNvGraphicFramePr/>
          <p:nvPr/>
        </p:nvGraphicFramePr>
        <p:xfrm>
          <a:off x="762000" y="2305685"/>
          <a:ext cx="7696200" cy="4231005"/>
        </p:xfrm>
        <a:graphic>
          <a:graphicData uri="http://schemas.openxmlformats.org/presentationml/2006/ole">
            <mc:AlternateContent xmlns:mc="http://schemas.openxmlformats.org/markup-compatibility/2006">
              <mc:Choice xmlns:v="urn:schemas-microsoft-com:vml" Requires="v">
                <p:oleObj spid="_x0000_s1" name="" r:id="rId1" imgW="12839700" imgH="7058025" progId="Paint.Picture">
                  <p:embed/>
                </p:oleObj>
              </mc:Choice>
              <mc:Fallback>
                <p:oleObj name="" r:id="rId1" imgW="12839700" imgH="7058025" progId="Paint.Picture">
                  <p:embed/>
                  <p:pic>
                    <p:nvPicPr>
                      <p:cNvPr id="0" name="Google Shape;361;p33"/>
                      <p:cNvPicPr preferRelativeResize="0"/>
                      <p:nvPr/>
                    </p:nvPicPr>
                    <p:blipFill rotWithShape="1">
                      <a:blip r:embed="rId2"/>
                      <a:srcRect/>
                      <a:stretch>
                        <a:fillRect/>
                      </a:stretch>
                    </p:blipFill>
                    <p:spPr>
                      <a:xfrm>
                        <a:off x="762000" y="2305685"/>
                        <a:ext cx="7696200" cy="4231005"/>
                      </a:xfrm>
                      <a:prstGeom prst="rect">
                        <a:avLst/>
                      </a:prstGeom>
                      <a:noFill/>
                      <a:ln>
                        <a:noFill/>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67" name="Google Shape;367;p34"/>
          <p:cNvPicPr preferRelativeResize="0"/>
          <p:nvPr>
            <p:ph type="body" idx="1"/>
          </p:nvPr>
        </p:nvPicPr>
        <p:blipFill rotWithShape="1">
          <a:blip r:embed="rId1"/>
          <a:srcRect/>
          <a:stretch>
            <a:fillRect/>
          </a:stretch>
        </p:blipFill>
        <p:spPr>
          <a:xfrm>
            <a:off x="1115695" y="2305685"/>
            <a:ext cx="6661150" cy="4114800"/>
          </a:xfrm>
          <a:prstGeom prst="rect">
            <a:avLst/>
          </a:prstGeom>
          <a:noFill/>
          <a:ln>
            <a:noFill/>
          </a:ln>
          <a:effectLst>
            <a:outerShdw dist="35921" dir="2699999" algn="ctr" rotWithShape="0">
              <a:schemeClr val="lt1"/>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371" name="Shape 371"/>
        <p:cNvGrpSpPr/>
        <p:nvPr/>
      </p:nvGrpSpPr>
      <p:grpSpPr>
        <a:xfrm>
          <a:off x="0" y="0"/>
          <a:ext cx="0" cy="0"/>
          <a:chOff x="0" y="0"/>
          <a:chExt cx="0" cy="0"/>
        </a:xfrm>
      </p:grpSpPr>
      <p:sp>
        <p:nvSpPr>
          <p:cNvPr id="372" name="Google Shape;372;p3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73" name="Google Shape;373;p35"/>
          <p:cNvPicPr preferRelativeResize="0"/>
          <p:nvPr>
            <p:ph type="body" idx="1"/>
          </p:nvPr>
        </p:nvPicPr>
        <p:blipFill rotWithShape="1">
          <a:blip r:embed="rId1"/>
          <a:srcRect/>
          <a:stretch>
            <a:fillRect/>
          </a:stretch>
        </p:blipFill>
        <p:spPr>
          <a:xfrm>
            <a:off x="762000" y="2111375"/>
            <a:ext cx="7145020" cy="4282440"/>
          </a:xfrm>
          <a:prstGeom prst="rect">
            <a:avLst/>
          </a:prstGeom>
          <a:noFill/>
          <a:ln>
            <a:noFill/>
          </a:ln>
          <a:effectLst>
            <a:outerShdw dist="35921" dir="2699999" algn="ctr" rotWithShape="0">
              <a:schemeClr val="lt1"/>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377" name="Shape 377"/>
        <p:cNvGrpSpPr/>
        <p:nvPr/>
      </p:nvGrpSpPr>
      <p:grpSpPr>
        <a:xfrm>
          <a:off x="0" y="0"/>
          <a:ext cx="0" cy="0"/>
          <a:chOff x="0" y="0"/>
          <a:chExt cx="0" cy="0"/>
        </a:xfrm>
      </p:grpSpPr>
      <p:sp>
        <p:nvSpPr>
          <p:cNvPr id="378" name="Google Shape;378;p3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79" name="Google Shape;379;p36"/>
          <p:cNvPicPr preferRelativeResize="0"/>
          <p:nvPr>
            <p:ph type="body" idx="1"/>
          </p:nvPr>
        </p:nvPicPr>
        <p:blipFill rotWithShape="1">
          <a:blip r:embed="rId1"/>
          <a:srcRect/>
          <a:stretch>
            <a:fillRect/>
          </a:stretch>
        </p:blipFill>
        <p:spPr>
          <a:xfrm>
            <a:off x="1127760" y="2020570"/>
            <a:ext cx="6337300" cy="4373245"/>
          </a:xfrm>
          <a:prstGeom prst="rect">
            <a:avLst/>
          </a:prstGeom>
          <a:noFill/>
          <a:ln>
            <a:noFill/>
          </a:ln>
          <a:effectLst>
            <a:outerShdw dist="35921" dir="2699999" algn="ctr" rotWithShape="0">
              <a:schemeClr val="lt1"/>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3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85" name="Google Shape;385;p37"/>
          <p:cNvPicPr preferRelativeResize="0"/>
          <p:nvPr>
            <p:ph type="body" idx="1"/>
          </p:nvPr>
        </p:nvPicPr>
        <p:blipFill rotWithShape="1">
          <a:blip r:embed="rId1"/>
          <a:srcRect/>
          <a:stretch>
            <a:fillRect/>
          </a:stretch>
        </p:blipFill>
        <p:spPr>
          <a:xfrm>
            <a:off x="1076325" y="2305685"/>
            <a:ext cx="6842760" cy="4283710"/>
          </a:xfrm>
          <a:prstGeom prst="rect">
            <a:avLst/>
          </a:prstGeom>
          <a:noFill/>
          <a:ln>
            <a:noFill/>
          </a:ln>
          <a:effectLst>
            <a:outerShdw dist="35921" dir="2699999" algn="ctr" rotWithShape="0">
              <a:schemeClr val="lt1"/>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389" name="Shape 389"/>
        <p:cNvGrpSpPr/>
        <p:nvPr/>
      </p:nvGrpSpPr>
      <p:grpSpPr>
        <a:xfrm>
          <a:off x="0" y="0"/>
          <a:ext cx="0" cy="0"/>
          <a:chOff x="0" y="0"/>
          <a:chExt cx="0" cy="0"/>
        </a:xfrm>
      </p:grpSpPr>
      <p:sp>
        <p:nvSpPr>
          <p:cNvPr id="390" name="Google Shape;390;p38"/>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91" name="Google Shape;391;p38"/>
          <p:cNvPicPr preferRelativeResize="0"/>
          <p:nvPr>
            <p:ph type="body" idx="1"/>
          </p:nvPr>
        </p:nvPicPr>
        <p:blipFill rotWithShape="1">
          <a:blip r:embed="rId1"/>
          <a:srcRect/>
          <a:stretch>
            <a:fillRect/>
          </a:stretch>
        </p:blipFill>
        <p:spPr>
          <a:xfrm>
            <a:off x="762000" y="2305685"/>
            <a:ext cx="7066915" cy="4023995"/>
          </a:xfrm>
          <a:prstGeom prst="rect">
            <a:avLst/>
          </a:prstGeom>
          <a:noFill/>
          <a:ln>
            <a:noFill/>
          </a:ln>
          <a:effectLst>
            <a:outerShdw dist="35921" dir="2699999" algn="ctr" rotWithShape="0">
              <a:schemeClr val="lt1"/>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395" name="Shape 395"/>
        <p:cNvGrpSpPr/>
        <p:nvPr/>
      </p:nvGrpSpPr>
      <p:grpSpPr>
        <a:xfrm>
          <a:off x="0" y="0"/>
          <a:ext cx="0" cy="0"/>
          <a:chOff x="0" y="0"/>
          <a:chExt cx="0" cy="0"/>
        </a:xfrm>
      </p:grpSpPr>
      <p:sp>
        <p:nvSpPr>
          <p:cNvPr id="396" name="Google Shape;396;p39"/>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397" name="Google Shape;397;p39"/>
          <p:cNvPicPr preferRelativeResize="0"/>
          <p:nvPr>
            <p:ph type="body" idx="1"/>
          </p:nvPr>
        </p:nvPicPr>
        <p:blipFill rotWithShape="1">
          <a:blip r:embed="rId1"/>
          <a:srcRect/>
          <a:stretch>
            <a:fillRect/>
          </a:stretch>
        </p:blipFill>
        <p:spPr>
          <a:xfrm>
            <a:off x="761365" y="2098675"/>
            <a:ext cx="7054215" cy="4257040"/>
          </a:xfrm>
          <a:prstGeom prst="rect">
            <a:avLst/>
          </a:prstGeom>
          <a:noFill/>
          <a:ln>
            <a:noFill/>
          </a:ln>
          <a:effectLst>
            <a:outerShdw dist="35921" dir="2699999" algn="ctr" rotWithShape="0">
              <a:schemeClr val="lt1"/>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401" name="Shape 401"/>
        <p:cNvGrpSpPr/>
        <p:nvPr/>
      </p:nvGrpSpPr>
      <p:grpSpPr>
        <a:xfrm>
          <a:off x="0" y="0"/>
          <a:ext cx="0" cy="0"/>
          <a:chOff x="0" y="0"/>
          <a:chExt cx="0" cy="0"/>
        </a:xfrm>
      </p:grpSpPr>
      <p:sp>
        <p:nvSpPr>
          <p:cNvPr id="402" name="Google Shape;402;p40"/>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03" name="Google Shape;403;p40"/>
          <p:cNvPicPr preferRelativeResize="0"/>
          <p:nvPr>
            <p:ph type="body" idx="1"/>
          </p:nvPr>
        </p:nvPicPr>
        <p:blipFill rotWithShape="1">
          <a:blip r:embed="rId1"/>
          <a:srcRect/>
          <a:stretch>
            <a:fillRect/>
          </a:stretch>
        </p:blipFill>
        <p:spPr>
          <a:xfrm>
            <a:off x="1153795" y="2305685"/>
            <a:ext cx="6623050" cy="4127500"/>
          </a:xfrm>
          <a:prstGeom prst="rect">
            <a:avLst/>
          </a:prstGeom>
          <a:noFill/>
          <a:ln>
            <a:noFill/>
          </a:ln>
          <a:effectLst>
            <a:outerShdw dist="35921" dir="2699999" algn="ctr" rotWithShape="0">
              <a:schemeClr val="lt1"/>
            </a:outerShdw>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407" name="Shape 407"/>
        <p:cNvGrpSpPr/>
        <p:nvPr/>
      </p:nvGrpSpPr>
      <p:grpSpPr>
        <a:xfrm>
          <a:off x="0" y="0"/>
          <a:ext cx="0" cy="0"/>
          <a:chOff x="0" y="0"/>
          <a:chExt cx="0" cy="0"/>
        </a:xfrm>
      </p:grpSpPr>
      <p:sp>
        <p:nvSpPr>
          <p:cNvPr id="408" name="Google Shape;408;p41"/>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09" name="Google Shape;409;p41"/>
          <p:cNvPicPr preferRelativeResize="0"/>
          <p:nvPr>
            <p:ph type="body" idx="1"/>
          </p:nvPr>
        </p:nvPicPr>
        <p:blipFill rotWithShape="1">
          <a:blip r:embed="rId1"/>
          <a:srcRect/>
          <a:stretch>
            <a:fillRect/>
          </a:stretch>
        </p:blipFill>
        <p:spPr>
          <a:xfrm>
            <a:off x="2205990" y="2305685"/>
            <a:ext cx="4752975" cy="3686175"/>
          </a:xfrm>
          <a:prstGeom prst="rect">
            <a:avLst/>
          </a:prstGeom>
          <a:noFill/>
          <a:ln>
            <a:noFill/>
          </a:ln>
          <a:effectLst>
            <a:outerShdw dist="35921" dir="2699999" algn="ctr" rotWithShape="0">
              <a:schemeClr val="lt1"/>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413" name="Shape 413"/>
        <p:cNvGrpSpPr/>
        <p:nvPr/>
      </p:nvGrpSpPr>
      <p:grpSpPr>
        <a:xfrm>
          <a:off x="0" y="0"/>
          <a:ext cx="0" cy="0"/>
          <a:chOff x="0" y="0"/>
          <a:chExt cx="0" cy="0"/>
        </a:xfrm>
      </p:grpSpPr>
      <p:sp>
        <p:nvSpPr>
          <p:cNvPr id="414" name="Google Shape;414;p42"/>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15" name="Google Shape;415;p42"/>
          <p:cNvPicPr preferRelativeResize="0"/>
          <p:nvPr>
            <p:ph type="body" idx="1"/>
          </p:nvPr>
        </p:nvPicPr>
        <p:blipFill rotWithShape="1">
          <a:blip r:embed="rId1"/>
          <a:srcRect/>
          <a:stretch>
            <a:fillRect/>
          </a:stretch>
        </p:blipFill>
        <p:spPr>
          <a:xfrm>
            <a:off x="985520" y="2305685"/>
            <a:ext cx="7038340" cy="3919220"/>
          </a:xfrm>
          <a:prstGeom prst="rect">
            <a:avLst/>
          </a:prstGeom>
          <a:noFill/>
          <a:ln>
            <a:noFill/>
          </a:ln>
          <a:effectLst>
            <a:outerShdw dist="35921" dir="2699999" algn="ctr" rotWithShape="0">
              <a:schemeClr val="lt1"/>
            </a:outerShdw>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21" name="Google Shape;421;p43"/>
          <p:cNvPicPr preferRelativeResize="0"/>
          <p:nvPr>
            <p:ph type="body" idx="1"/>
          </p:nvPr>
        </p:nvPicPr>
        <p:blipFill rotWithShape="1">
          <a:blip r:embed="rId1"/>
          <a:srcRect/>
          <a:stretch>
            <a:fillRect/>
          </a:stretch>
        </p:blipFill>
        <p:spPr>
          <a:xfrm>
            <a:off x="762000" y="2297430"/>
            <a:ext cx="7225665" cy="3989070"/>
          </a:xfrm>
          <a:prstGeom prst="rect">
            <a:avLst/>
          </a:prstGeom>
          <a:noFill/>
          <a:ln>
            <a:noFill/>
          </a:ln>
          <a:effectLst>
            <a:outerShdw dist="35921" dir="2699999" algn="ctr" rotWithShape="0">
              <a:schemeClr val="lt1"/>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425" name="Shape 425"/>
        <p:cNvGrpSpPr/>
        <p:nvPr/>
      </p:nvGrpSpPr>
      <p:grpSpPr>
        <a:xfrm>
          <a:off x="0" y="0"/>
          <a:ext cx="0" cy="0"/>
          <a:chOff x="0" y="0"/>
          <a:chExt cx="0" cy="0"/>
        </a:xfrm>
      </p:grpSpPr>
      <p:sp>
        <p:nvSpPr>
          <p:cNvPr id="426" name="Google Shape;426;p44"/>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27" name="Google Shape;427;p44"/>
          <p:cNvPicPr preferRelativeResize="0"/>
          <p:nvPr>
            <p:ph type="body" idx="1"/>
          </p:nvPr>
        </p:nvPicPr>
        <p:blipFill rotWithShape="1">
          <a:blip r:embed="rId1"/>
          <a:srcRect/>
          <a:stretch>
            <a:fillRect/>
          </a:stretch>
        </p:blipFill>
        <p:spPr>
          <a:xfrm>
            <a:off x="762000" y="2102485"/>
            <a:ext cx="7044690" cy="4300220"/>
          </a:xfrm>
          <a:prstGeom prst="rect">
            <a:avLst/>
          </a:prstGeom>
          <a:noFill/>
          <a:ln>
            <a:noFill/>
          </a:ln>
          <a:effectLst>
            <a:outerShdw dist="35921" dir="2699999" algn="ctr" rotWithShape="0">
              <a:schemeClr val="lt1"/>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431" name="Shape 431"/>
        <p:cNvGrpSpPr/>
        <p:nvPr/>
      </p:nvGrpSpPr>
      <p:grpSpPr>
        <a:xfrm>
          <a:off x="0" y="0"/>
          <a:ext cx="0" cy="0"/>
          <a:chOff x="0" y="0"/>
          <a:chExt cx="0" cy="0"/>
        </a:xfrm>
      </p:grpSpPr>
      <p:sp>
        <p:nvSpPr>
          <p:cNvPr id="432" name="Google Shape;432;p45"/>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33" name="Google Shape;433;p45"/>
          <p:cNvPicPr preferRelativeResize="0"/>
          <p:nvPr>
            <p:ph type="body" idx="1"/>
          </p:nvPr>
        </p:nvPicPr>
        <p:blipFill rotWithShape="1">
          <a:blip r:embed="rId1"/>
          <a:srcRect/>
          <a:stretch>
            <a:fillRect/>
          </a:stretch>
        </p:blipFill>
        <p:spPr>
          <a:xfrm>
            <a:off x="762000" y="2647315"/>
            <a:ext cx="7407275" cy="3859530"/>
          </a:xfrm>
          <a:prstGeom prst="rect">
            <a:avLst/>
          </a:prstGeom>
          <a:noFill/>
          <a:ln>
            <a:noFill/>
          </a:ln>
          <a:effectLst>
            <a:outerShdw dist="35921" dir="2699999" algn="ctr" rotWithShape="0">
              <a:schemeClr val="lt1"/>
            </a:outerShdw>
          </a:effectLst>
        </p:spPr>
      </p:pic>
      <p:sp>
        <p:nvSpPr>
          <p:cNvPr id="434" name="Google Shape;434;p45"/>
          <p:cNvSpPr txBox="1"/>
          <p:nvPr/>
        </p:nvSpPr>
        <p:spPr>
          <a:xfrm>
            <a:off x="443230" y="2012315"/>
            <a:ext cx="5869940" cy="4603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IN"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Once the setup finishes ...click aunch Git Bash</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pic>
        <p:nvPicPr>
          <p:cNvPr id="440" name="Google Shape;440;p46"/>
          <p:cNvPicPr preferRelativeResize="0"/>
          <p:nvPr>
            <p:ph type="body" idx="1"/>
          </p:nvPr>
        </p:nvPicPr>
        <p:blipFill rotWithShape="1">
          <a:blip r:embed="rId1"/>
          <a:srcRect/>
          <a:stretch>
            <a:fillRect/>
          </a:stretch>
        </p:blipFill>
        <p:spPr>
          <a:xfrm>
            <a:off x="385445" y="2651760"/>
            <a:ext cx="8449310" cy="3681730"/>
          </a:xfrm>
          <a:prstGeom prst="rect">
            <a:avLst/>
          </a:prstGeom>
          <a:noFill/>
          <a:ln>
            <a:noFill/>
          </a:ln>
          <a:effectLst>
            <a:outerShdw dist="35921" dir="2699999" algn="ctr" rotWithShape="0">
              <a:schemeClr val="lt1"/>
            </a:outerShdw>
          </a:effectLst>
        </p:spPr>
      </p:pic>
      <p:sp>
        <p:nvSpPr>
          <p:cNvPr id="441" name="Google Shape;441;p46"/>
          <p:cNvSpPr txBox="1"/>
          <p:nvPr/>
        </p:nvSpPr>
        <p:spPr>
          <a:xfrm>
            <a:off x="701040" y="2090420"/>
            <a:ext cx="4210050" cy="4603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IN"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Git Bash Window will open.</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445" name="Shape 445"/>
        <p:cNvGrpSpPr/>
        <p:nvPr/>
      </p:nvGrpSpPr>
      <p:grpSpPr>
        <a:xfrm>
          <a:off x="0" y="0"/>
          <a:ext cx="0" cy="0"/>
          <a:chOff x="0" y="0"/>
          <a:chExt cx="0" cy="0"/>
        </a:xfrm>
      </p:grpSpPr>
      <p:sp>
        <p:nvSpPr>
          <p:cNvPr id="446" name="Google Shape;446;p47"/>
          <p:cNvSpPr txBox="1"/>
          <p:nvPr>
            <p:ph type="title"/>
          </p:nvPr>
        </p:nvSpPr>
        <p:spPr>
          <a:xfrm>
            <a:off x="762000" y="333375"/>
            <a:ext cx="7696200" cy="1066800"/>
          </a:xfrm>
          <a:prstGeom prst="rect">
            <a:avLst/>
          </a:prstGeom>
          <a:noFill/>
          <a:ln>
            <a:noFill/>
          </a:ln>
          <a:effectLst>
            <a:outerShdw dist="35921" dir="2699999" algn="ctr" rotWithShape="0">
              <a:schemeClr val="lt1"/>
            </a:outerShdw>
          </a:effectLst>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panose="020B0604030504040204"/>
              <a:buNone/>
            </a:pPr>
            <a:r>
              <a:rPr lang="en-IN"/>
              <a:t>GIT </a:t>
            </a:r>
            <a:endParaRPr lang="en-IN"/>
          </a:p>
        </p:txBody>
      </p:sp>
      <p:sp>
        <p:nvSpPr>
          <p:cNvPr id="447" name="Google Shape;447;p47"/>
          <p:cNvSpPr txBox="1"/>
          <p:nvPr>
            <p:ph type="body" idx="1"/>
          </p:nvPr>
        </p:nvSpPr>
        <p:spPr>
          <a:xfrm>
            <a:off x="385445" y="1773555"/>
            <a:ext cx="8449310" cy="4751070"/>
          </a:xfrm>
          <a:prstGeom prst="rect">
            <a:avLst/>
          </a:prstGeom>
          <a:noFill/>
          <a:ln>
            <a:noFill/>
          </a:ln>
          <a:effectLst>
            <a:outerShdw dist="35921" dir="2699999" algn="ctr" rotWithShape="0">
              <a:schemeClr val="lt1"/>
            </a:outerShdw>
          </a:effectLst>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IN"/>
              <a:t>Install Git on Linux</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On Centos/RedHat</a:t>
            </a:r>
            <a:endParaRPr lang="en-IN"/>
          </a:p>
          <a:p>
            <a:pPr marL="342900" lvl="0" indent="-342900" algn="l" rtl="0">
              <a:lnSpc>
                <a:spcPct val="100000"/>
              </a:lnSpc>
              <a:spcBef>
                <a:spcPts val="640"/>
              </a:spcBef>
              <a:spcAft>
                <a:spcPts val="0"/>
              </a:spcAft>
              <a:buSzPts val="2400"/>
              <a:buChar char="●"/>
            </a:pPr>
            <a:r>
              <a:rPr lang="en-IN"/>
              <a:t>yum install git -y </a:t>
            </a:r>
            <a:endParaRPr lang="en-IN"/>
          </a:p>
          <a:p>
            <a:pPr marL="342900" lvl="0" indent="-190500" algn="l" rtl="0">
              <a:lnSpc>
                <a:spcPct val="100000"/>
              </a:lnSpc>
              <a:spcBef>
                <a:spcPts val="640"/>
              </a:spcBef>
              <a:spcAft>
                <a:spcPts val="0"/>
              </a:spcAft>
              <a:buSzPts val="2400"/>
              <a:buNone/>
            </a:pPr>
          </a:p>
          <a:p>
            <a:pPr marL="342900" lvl="0" indent="-342900" algn="l" rtl="0">
              <a:lnSpc>
                <a:spcPct val="100000"/>
              </a:lnSpc>
              <a:spcBef>
                <a:spcPts val="640"/>
              </a:spcBef>
              <a:spcAft>
                <a:spcPts val="0"/>
              </a:spcAft>
              <a:buSzPts val="2400"/>
              <a:buChar char="●"/>
            </a:pPr>
            <a:r>
              <a:rPr lang="en-IN"/>
              <a:t>On Ubuntu</a:t>
            </a:r>
            <a:endParaRPr lang="en-IN"/>
          </a:p>
          <a:p>
            <a:pPr marL="342900" lvl="0" indent="-342900" algn="l" rtl="0">
              <a:lnSpc>
                <a:spcPct val="100000"/>
              </a:lnSpc>
              <a:spcBef>
                <a:spcPts val="640"/>
              </a:spcBef>
              <a:spcAft>
                <a:spcPts val="0"/>
              </a:spcAft>
              <a:buSzPts val="2400"/>
              <a:buChar char="●"/>
            </a:pPr>
            <a:r>
              <a:rPr lang="en-IN"/>
              <a:t>apt-get  install  git</a:t>
            </a:r>
            <a:endParaRPr lang="en-IN"/>
          </a:p>
        </p:txBody>
      </p:sp>
    </p:spTree>
  </p:cSld>
  <p:clrMapOvr>
    <a:masterClrMapping/>
  </p:clrMapOvr>
</p:sld>
</file>

<file path=ppt/theme/theme1.xml><?xml version="1.0" encoding="utf-8"?>
<a:theme xmlns:a="http://schemas.openxmlformats.org/drawingml/2006/main" name="Default Design">
  <a:themeElements>
    <a:clrScheme name="">
      <a:dk1>
        <a:srgbClr val="FFFFFF"/>
      </a:dk1>
      <a:lt1>
        <a:srgbClr val="000000"/>
      </a:lt1>
      <a:dk2>
        <a:srgbClr val="E8EDF2"/>
      </a:dk2>
      <a:lt2>
        <a:srgbClr val="000000"/>
      </a:lt2>
      <a:accent1>
        <a:srgbClr val="D8E1EC"/>
      </a:accent1>
      <a:accent2>
        <a:srgbClr val="CFD795"/>
      </a:accent2>
      <a:accent3>
        <a:srgbClr val="AAAAAA"/>
      </a:accent3>
      <a:accent4>
        <a:srgbClr val="DCDCDC"/>
      </a:accent4>
      <a:accent5>
        <a:srgbClr val="E8EDF4"/>
      </a:accent5>
      <a:accent6>
        <a:srgbClr val="B9C185"/>
      </a:accent6>
      <a:hlink>
        <a:srgbClr val="D59F07"/>
      </a:hlink>
      <a:folHlink>
        <a:srgbClr val="94B2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
      <a:dk1>
        <a:srgbClr val="FFFFFF"/>
      </a:dk1>
      <a:lt1>
        <a:srgbClr val="000000"/>
      </a:lt1>
      <a:dk2>
        <a:srgbClr val="E8EDF2"/>
      </a:dk2>
      <a:lt2>
        <a:srgbClr val="000000"/>
      </a:lt2>
      <a:accent1>
        <a:srgbClr val="D8E1EC"/>
      </a:accent1>
      <a:accent2>
        <a:srgbClr val="CFD795"/>
      </a:accent2>
      <a:accent3>
        <a:srgbClr val="AAAAAA"/>
      </a:accent3>
      <a:accent4>
        <a:srgbClr val="DCDCDC"/>
      </a:accent4>
      <a:accent5>
        <a:srgbClr val="E8EDF4"/>
      </a:accent5>
      <a:accent6>
        <a:srgbClr val="B9C185"/>
      </a:accent6>
      <a:hlink>
        <a:srgbClr val="D59F07"/>
      </a:hlink>
      <a:folHlink>
        <a:srgbClr val="94B2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9491</Words>
  <Application>WPS Slides</Application>
  <PresentationFormat/>
  <Paragraphs>345</Paragraphs>
  <Slides>56</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56</vt:i4>
      </vt:variant>
    </vt:vector>
  </HeadingPairs>
  <TitlesOfParts>
    <vt:vector size="72" baseType="lpstr">
      <vt:lpstr>Arial</vt:lpstr>
      <vt:lpstr>SimSun</vt:lpstr>
      <vt:lpstr>Wingdings</vt:lpstr>
      <vt:lpstr>Arial</vt:lpstr>
      <vt:lpstr>Tahoma</vt:lpstr>
      <vt:lpstr>Noto Sans Symbols</vt:lpstr>
      <vt:lpstr>Segoe Print</vt:lpstr>
      <vt:lpstr>Times New Roman</vt:lpstr>
      <vt:lpstr>Calibri</vt:lpstr>
      <vt:lpstr>Microsoft YaHei</vt:lpstr>
      <vt:lpstr>Arial Unicode MS</vt:lpstr>
      <vt:lpstr>Default Design</vt:lpstr>
      <vt:lpstr>1_Default Design</vt:lpstr>
      <vt:lpstr>Paint.Picture</vt:lpstr>
      <vt:lpstr>Paint.Picture</vt:lpstr>
      <vt:lpstr>Paint.Picture</vt:lpstr>
      <vt:lpstr>GIT</vt:lpstr>
      <vt:lpstr>GIT </vt:lpstr>
      <vt:lpstr>GIT </vt:lpstr>
      <vt:lpstr>GIT </vt:lpstr>
      <vt:lpstr>GIT </vt:lpstr>
      <vt:lpstr>PowerPoint 演示文稿</vt:lpstr>
      <vt:lpstr>GIT - History</vt:lpstr>
      <vt:lpstr>GIT - History</vt:lpstr>
      <vt:lpstr>GIT HUB</vt:lpstr>
      <vt:lpstr>GIT HUB</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PowerPoint 演示文稿</vt:lpstr>
      <vt:lpstr>PowerPoint 演示文稿</vt:lpstr>
      <vt:lpstr>PowerPoint 演示文稿</vt:lpstr>
      <vt:lpstr>GIT</vt:lpstr>
      <vt:lpstr>PowerPoint 演示文稿</vt:lpstr>
      <vt:lpstr>GIT</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lpstr>GIT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Template Central</dc:creator>
  <cp:lastModifiedBy>Sandeep Walvekar</cp:lastModifiedBy>
  <cp:revision>1</cp:revision>
  <dcterms:created xsi:type="dcterms:W3CDTF">2025-05-12T06:00:50Z</dcterms:created>
  <dcterms:modified xsi:type="dcterms:W3CDTF">2025-05-12T06:00:51Z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kets">
    <vt:lpwstr/>
  </property>
  <property fmtid="{D5CDD505-2E9C-101B-9397-08002B2CF9AE}" pid="3" name="AssetType">
    <vt:lpwstr>TP</vt:lpwstr>
  </property>
  <property fmtid="{D5CDD505-2E9C-101B-9397-08002B2CF9AE}" pid="4" name="BugNumber">
    <vt:lpwstr>492138L</vt:lpwstr>
  </property>
  <property fmtid="{D5CDD505-2E9C-101B-9397-08002B2CF9AE}" pid="5" name="TPInstallLocation">
    <vt:lpwstr>{Document Themes}</vt:lpwstr>
  </property>
  <property fmtid="{D5CDD505-2E9C-101B-9397-08002B2CF9AE}" pid="6" name="PrimaryImageGen">
    <vt:lpwstr>1</vt:lpwstr>
  </property>
  <property fmtid="{D5CDD505-2E9C-101B-9397-08002B2CF9AE}" pid="7" name="display_urn:schemas-microsoft-com:office:office#APAuthor">
    <vt:lpwstr>REDMOND\cynvey</vt:lpwstr>
  </property>
  <property fmtid="{D5CDD505-2E9C-101B-9397-08002B2CF9AE}" pid="8" name="APAuthor">
    <vt:lpwstr>191</vt:lpwstr>
  </property>
  <property fmtid="{D5CDD505-2E9C-101B-9397-08002B2CF9AE}" pid="9" name="Milestone">
    <vt:lpwstr>Continuous</vt:lpwstr>
  </property>
  <property fmtid="{D5CDD505-2E9C-101B-9397-08002B2CF9AE}" pid="10" name="TPAppVersion">
    <vt:lpwstr>11</vt:lpwstr>
  </property>
  <property fmtid="{D5CDD505-2E9C-101B-9397-08002B2CF9AE}" pid="11" name="TPCommandLine">
    <vt:lpwstr>{PP} {FilePath}</vt:lpwstr>
  </property>
  <property fmtid="{D5CDD505-2E9C-101B-9397-08002B2CF9AE}" pid="12" name="AssetId">
    <vt:lpwstr>TS001140799</vt:lpwstr>
  </property>
  <property fmtid="{D5CDD505-2E9C-101B-9397-08002B2CF9AE}" pid="13" name="IsSearchable">
    <vt:lpwstr>0</vt:lpwstr>
  </property>
  <property fmtid="{D5CDD505-2E9C-101B-9397-08002B2CF9AE}" pid="14" name="NumericId">
    <vt:lpwstr>-1.00000000000000</vt:lpwstr>
  </property>
  <property fmtid="{D5CDD505-2E9C-101B-9397-08002B2CF9AE}" pid="15" name="PublishTargets">
    <vt:lpwstr>OfficeOnline</vt:lpwstr>
  </property>
  <property fmtid="{D5CDD505-2E9C-101B-9397-08002B2CF9AE}" pid="16" name="TPLaunchHelpLinkType">
    <vt:lpwstr>Template</vt:lpwstr>
  </property>
  <property fmtid="{D5CDD505-2E9C-101B-9397-08002B2CF9AE}" pid="17" name="TPFriendlyName">
    <vt:lpwstr>Glowing puzzle pieces design template</vt:lpwstr>
  </property>
  <property fmtid="{D5CDD505-2E9C-101B-9397-08002B2CF9AE}" pid="18" name="display_urn:schemas-microsoft-com:office:office#APEditor">
    <vt:lpwstr>REDMOND\v-luannv</vt:lpwstr>
  </property>
  <property fmtid="{D5CDD505-2E9C-101B-9397-08002B2CF9AE}" pid="19" name="APEditor">
    <vt:lpwstr>92</vt:lpwstr>
  </property>
  <property fmtid="{D5CDD505-2E9C-101B-9397-08002B2CF9AE}" pid="20" name="Provider">
    <vt:lpwstr>EY001142237</vt:lpwstr>
  </property>
  <property fmtid="{D5CDD505-2E9C-101B-9397-08002B2CF9AE}" pid="21" name="SourceTitle">
    <vt:lpwstr>Glowing puzzle pieces design template</vt:lpwstr>
  </property>
  <property fmtid="{D5CDD505-2E9C-101B-9397-08002B2CF9AE}" pid="22" name="TPApplication">
    <vt:lpwstr>PowerPoint</vt:lpwstr>
  </property>
  <property fmtid="{D5CDD505-2E9C-101B-9397-08002B2CF9AE}" pid="23" name="TPLaunchHelpLink">
    <vt:lpwstr/>
  </property>
  <property fmtid="{D5CDD505-2E9C-101B-9397-08002B2CF9AE}" pid="24" name="OpenTemplate">
    <vt:lpwstr>1</vt:lpwstr>
  </property>
  <property fmtid="{D5CDD505-2E9C-101B-9397-08002B2CF9AE}" pid="25" name="UACurrentWords">
    <vt:lpwstr>0</vt:lpwstr>
  </property>
  <property fmtid="{D5CDD505-2E9C-101B-9397-08002B2CF9AE}" pid="26" name="UALocRecommendation">
    <vt:lpwstr>Localize</vt:lpwstr>
  </property>
  <property fmtid="{D5CDD505-2E9C-101B-9397-08002B2CF9AE}" pid="27" name="Applications">
    <vt:lpwstr>64;#PowerPoint 2003;#66;#PowerPoint - Design Templt 2003;#65;#Microsoft Office PowerPoint 2007;#67;#PowerPoint - Design Templt 12;#79;#Template 12</vt:lpwstr>
  </property>
  <property fmtid="{D5CDD505-2E9C-101B-9397-08002B2CF9AE}" pid="28" name="TemplateStatus">
    <vt:lpwstr>Complete</vt:lpwstr>
  </property>
  <property fmtid="{D5CDD505-2E9C-101B-9397-08002B2CF9AE}" pid="29" name="ContentTypeId">
    <vt:lpwstr>0x0101006025706CF4CD034688BEBAE97A2E701D020200C3831ACA17D8814887A164412888521E</vt:lpwstr>
  </property>
  <property fmtid="{D5CDD505-2E9C-101B-9397-08002B2CF9AE}" pid="30" name="IsDeleted">
    <vt:lpwstr>0</vt:lpwstr>
  </property>
  <property fmtid="{D5CDD505-2E9C-101B-9397-08002B2CF9AE}" pid="31" name="ShowIn">
    <vt:lpwstr>Show everywhere</vt:lpwstr>
  </property>
  <property fmtid="{D5CDD505-2E9C-101B-9397-08002B2CF9AE}" pid="32" name="UANotes">
    <vt:lpwstr>Text is visible in high contrast mode, but graphics are not.</vt:lpwstr>
  </property>
  <property fmtid="{D5CDD505-2E9C-101B-9397-08002B2CF9AE}" pid="33" name="PublishStatusLookup">
    <vt:lpwstr>259473</vt:lpwstr>
  </property>
  <property fmtid="{D5CDD505-2E9C-101B-9397-08002B2CF9AE}" pid="34" name="TPClientViewer">
    <vt:lpwstr>Microsoft Office PowerPoint</vt:lpwstr>
  </property>
  <property fmtid="{D5CDD505-2E9C-101B-9397-08002B2CF9AE}" pid="35" name="TPComponent">
    <vt:lpwstr>PPTFiles</vt:lpwstr>
  </property>
  <property fmtid="{D5CDD505-2E9C-101B-9397-08002B2CF9AE}" pid="36" name="TPNamespace">
    <vt:lpwstr>POWERPNT</vt:lpwstr>
  </property>
  <property fmtid="{D5CDD505-2E9C-101B-9397-08002B2CF9AE}" pid="37" name="APTrustLevel">
    <vt:lpwstr>1.00000000000000</vt:lpwstr>
  </property>
  <property fmtid="{D5CDD505-2E9C-101B-9397-08002B2CF9AE}" pid="38" name="TrustLevel">
    <vt:lpwstr>Microsoft Managed Content</vt:lpwstr>
  </property>
  <property fmtid="{D5CDD505-2E9C-101B-9397-08002B2CF9AE}" pid="39" name="Content Type">
    <vt:lpwstr>OOFile</vt:lpwstr>
  </property>
  <property fmtid="{D5CDD505-2E9C-101B-9397-08002B2CF9AE}" pid="40" name="AuthoringAssetId">
    <vt:lpwstr>TP001140799</vt:lpwstr>
  </property>
  <property fmtid="{D5CDD505-2E9C-101B-9397-08002B2CF9AE}" pid="41" name="KSOProductBuildVer">
    <vt:lpwstr>1033-12.2.0.20795</vt:lpwstr>
  </property>
  <property fmtid="{D5CDD505-2E9C-101B-9397-08002B2CF9AE}" pid="42" name="ICV">
    <vt:lpwstr>B0B338D795E248A38FA9C21B45DB050C_12</vt:lpwstr>
  </property>
</Properties>
</file>